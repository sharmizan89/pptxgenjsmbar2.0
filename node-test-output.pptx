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rgbClr val="006D8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20</c:v>
                </c:pt>
                <c:pt idx="2">
                  <c:v>30</c:v>
                </c:pt>
                <c:pt idx="3">
                  <c:v>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rgbClr val="DC79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Q1</c:v>
                  </c:pt>
                  <c:pt idx="1">
                    <c:v>Q2</c:v>
                  </c:pt>
                  <c:pt idx="2">
                    <c:v>Q3</c:v>
                  </c:pt>
                  <c:pt idx="3">
                    <c:v>Q4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25</c:v>
                </c:pt>
                <c:pt idx="2">
                  <c:v>35</c:v>
                </c:pt>
                <c:pt idx="3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D9D9D9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092" y="0"/>
            <a:ext cx="3077739" cy="471054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>
              <a:defRPr sz="1200"/>
            </a:lvl1pPr>
          </a:lstStyle>
          <a:p>
            <a:fld id="{4A897E6B-35D4-4C59-9667-9E94DFC5B117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813" y="647700"/>
            <a:ext cx="5634037" cy="3168650"/>
          </a:xfrm>
          <a:prstGeom prst="rect">
            <a:avLst/>
          </a:prstGeom>
          <a:noFill/>
          <a:ln w="12700">
            <a:solidFill>
              <a:schemeClr val="bg2"/>
            </a:solidFill>
          </a:ln>
        </p:spPr>
        <p:txBody>
          <a:bodyPr vert="horz" lIns="94229" tIns="47114" rIns="94229" bIns="47114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248" y="3931424"/>
            <a:ext cx="5681980" cy="4283492"/>
          </a:xfrm>
          <a:prstGeom prst="rect">
            <a:avLst/>
          </a:prstGeom>
        </p:spPr>
        <p:txBody>
          <a:bodyPr vert="horz" lIns="94229" tIns="47114" rIns="94229" bIns="47114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092" y="8917422"/>
            <a:ext cx="3077739" cy="471053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r">
              <a:defRPr sz="1200"/>
            </a:lvl1pPr>
          </a:lstStyle>
          <a:p>
            <a:fld id="{9368AB29-FD65-43D1-A0D5-6E5DEB6A13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470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- no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8"/>
          </p:nvPr>
        </p:nvSpPr>
        <p:spPr/>
        <p:txBody>
          <a:bodyPr lIns="0" tIns="0" rIns="0" bIns="0"/>
          <a:lstStyle/>
          <a:p>
            <a:r>
              <a:rPr lang="en-US"/>
              <a:t>Section name (optional) / Title / Month 20YY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 lIns="0" tIns="0" rIns="0" bIns="0"/>
          <a:lstStyle/>
          <a:p>
            <a:fld id="{5246FB18-5DF1-419A-B975-14AFDDD65B9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6"/>
          <p:cNvSpPr>
            <a:spLocks noGrp="1"/>
          </p:cNvSpPr>
          <p:nvPr>
            <p:ph type="title" hasCustomPrompt="1"/>
          </p:nvPr>
        </p:nvSpPr>
        <p:spPr>
          <a:xfrm>
            <a:off x="567040" y="347472"/>
            <a:ext cx="11060912" cy="826477"/>
          </a:xfrm>
        </p:spPr>
        <p:txBody>
          <a:bodyPr lIns="0" tIns="0" rIns="0" bIns="0"/>
          <a:lstStyle/>
          <a:p>
            <a:r>
              <a:rPr lang="en-US"/>
              <a:t>[Headline]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7" hasCustomPrompt="1"/>
          </p:nvPr>
        </p:nvSpPr>
        <p:spPr>
          <a:xfrm>
            <a:off x="567037" y="1257300"/>
            <a:ext cx="11064240" cy="4343400"/>
          </a:xfrm>
        </p:spPr>
        <p:txBody>
          <a:bodyPr lIns="0" tIns="0" rIns="0" bIns="0"/>
          <a:lstStyle/>
          <a:p>
            <a:pPr lvl="0"/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[Click to add content]</a:t>
            </a:r>
            <a:endParaRPr lang="en-US"/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Footnote"/>
          <p:cNvSpPr>
            <a:spLocks noGrp="1"/>
          </p:cNvSpPr>
          <p:nvPr>
            <p:ph type="body" sz="quarter" idx="15" hasCustomPrompt="1"/>
          </p:nvPr>
        </p:nvSpPr>
        <p:spPr>
          <a:xfrm>
            <a:off x="567039" y="5687045"/>
            <a:ext cx="11060912" cy="525368"/>
          </a:xfrm>
          <a:prstGeom prst="rect">
            <a:avLst/>
          </a:prstGeom>
        </p:spPr>
        <p:txBody>
          <a:bodyPr lIns="0" tIns="0" rIns="0" bIns="0"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SzPct val="25000"/>
              <a:buFont typeface="Arial" panose="020B0604020202020204" pitchFamily="34" charset="0"/>
              <a:buNone/>
              <a:defRPr sz="700">
                <a:latin typeface="+mn-lt"/>
              </a:defRPr>
            </a:lvl1pPr>
            <a:lvl2pPr marL="169863" indent="-112713">
              <a:lnSpc>
                <a:spcPct val="7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700">
                <a:latin typeface="+mn-lt"/>
              </a:defRPr>
            </a:lvl2pPr>
            <a:lvl3pPr marL="341312" indent="0">
              <a:buNone/>
              <a:defRPr/>
            </a:lvl3pPr>
          </a:lstStyle>
          <a:p>
            <a:pPr lvl="0"/>
            <a:r>
              <a:rPr lang="en-US"/>
              <a:t>[Source / Legal disclaimer / Footnote]</a:t>
            </a:r>
          </a:p>
        </p:txBody>
      </p:sp>
    </p:spTree>
    <p:extLst>
      <p:ext uri="{BB962C8B-B14F-4D97-AF65-F5344CB8AC3E}">
        <p14:creationId xmlns:p14="http://schemas.microsoft.com/office/powerpoint/2010/main" val="28419247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792" userDrawn="1">
          <p15:clr>
            <a:srgbClr val="FBAE40"/>
          </p15:clr>
        </p15:guide>
        <p15:guide id="2" orient="horz" pos="3528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69863" indent="-16986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41313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17525" indent="-17621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tabLst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687388" indent="-16986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–"/>
        <a:defRPr sz="105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-227013" algn="l" defTabSz="914400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5" pos="3840" userDrawn="1">
          <p15:clr>
            <a:srgbClr val="A4A3A4"/>
          </p15:clr>
        </p15:guide>
        <p15:guide id="6" pos="7329" userDrawn="1">
          <p15:clr>
            <a:srgbClr val="F26B43"/>
          </p15:clr>
        </p15:guide>
        <p15:guide id="9" orient="horz" pos="216" userDrawn="1">
          <p15:clr>
            <a:srgbClr val="F26B43"/>
          </p15:clr>
        </p15:guide>
        <p15:guide id="12" orient="horz" pos="3912" userDrawn="1">
          <p15:clr>
            <a:srgbClr val="F26B43"/>
          </p15:clr>
        </p15:guide>
        <p15:guide id="21" pos="35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0000"/>
                </a:solidFill>
              </a:rPr>
              <a:t>Hello World - Test Presentation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This slide tests basic text functionality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Shapes Test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1828800" cy="914400"/>
          </a:xfrm>
          <a:prstGeom prst="rect">
            <a:avLst/>
          </a:prstGeom>
          <a:solidFill>
            <a:srgbClr val="006D89"/>
          </a:solidFill>
          <a:ln/>
        </p:spPr>
      </p:sp>
      <p:sp>
        <p:nvSpPr>
          <p:cNvPr id="4" name="Shape 2"/>
          <p:cNvSpPr/>
          <p:nvPr/>
        </p:nvSpPr>
        <p:spPr>
          <a:xfrm>
            <a:off x="3657600" y="1371600"/>
            <a:ext cx="1828800" cy="914400"/>
          </a:xfrm>
          <a:prstGeom prst="ellipse">
            <a:avLst/>
          </a:prstGeom>
          <a:solidFill>
            <a:srgbClr val="DC7900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0" y="1371600"/>
            <a:ext cx="1828800" cy="914400"/>
          </a:xfrm>
          <a:prstGeom prst="roundRect">
            <a:avLst/>
          </a:prstGeom>
          <a:solidFill>
            <a:srgbClr val="B92051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Chart Test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914400"/>
          <a:ext cx="82296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Table Test</a:t>
            </a:r>
            <a:endParaRPr lang="en-US" sz="2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28600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Header 1</a:t>
                      </a:r>
                      <a:endParaRPr lang="en-US" sz="1200" dirty="0"/>
                    </a:p>
                  </a:txBody>
                  <a:tcPr marL="36576" marR="18288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Header 2</a:t>
                      </a:r>
                      <a:endParaRPr lang="en-US" sz="1200" dirty="0"/>
                    </a:p>
                  </a:txBody>
                  <a:tcPr marL="36576" marR="18288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</a:rPr>
                        <a:t>Header 3</a:t>
                      </a:r>
                      <a:endParaRPr lang="en-US" sz="1200" dirty="0"/>
                    </a:p>
                  </a:txBody>
                  <a:tcPr marL="36576" marR="18288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1</a:t>
                      </a:r>
                      <a:endParaRPr lang="en-US" sz="1200" dirty="0"/>
                    </a:p>
                  </a:txBody>
                  <a:tcPr marL="36576" marR="18288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2</a:t>
                      </a:r>
                      <a:endParaRPr lang="en-US" sz="1200" dirty="0"/>
                    </a:p>
                  </a:txBody>
                  <a:tcPr marL="36576" marR="18288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3</a:t>
                      </a:r>
                      <a:endParaRPr lang="en-US" sz="1200" dirty="0"/>
                    </a:p>
                  </a:txBody>
                  <a:tcPr marL="36576" marR="18288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4</a:t>
                      </a:r>
                      <a:endParaRPr lang="en-US" sz="1200" dirty="0"/>
                    </a:p>
                  </a:txBody>
                  <a:tcPr marL="36576" marR="18288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5</a:t>
                      </a:r>
                      <a:endParaRPr lang="en-US" sz="1200" dirty="0"/>
                    </a:p>
                  </a:txBody>
                  <a:tcPr marL="36576" marR="18288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Data 6</a:t>
                      </a:r>
                      <a:endParaRPr lang="en-US" sz="1200" dirty="0"/>
                    </a:p>
                  </a:txBody>
                  <a:tcPr marL="36576" marR="18288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457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</a:rPr>
              <a:t>Bullets Test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First level bullet (DEFAULT)</a:t>
            </a:r>
            <a:endParaRPr lang="en-US" dirty="0"/>
          </a:p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Second level bullet (SECOND)</a:t>
            </a:r>
            <a:endParaRPr lang="en-US" dirty="0"/>
          </a:p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Third level bullet (THIRD)</a:t>
            </a:r>
            <a:endParaRPr lang="en-US" dirty="0"/>
          </a:p>
          <a:p>
            <a:pPr marL="177800" indent="-177800">
              <a:buSzPct val="100000"/>
              <a:buChar char="•"/>
            </a:pPr>
            <a:r>
              <a:rPr lang="en-US" dirty="0">
                <a:solidFill>
                  <a:srgbClr val="000000"/>
                </a:solidFill>
              </a:rPr>
              <a:t>Fourth level bullet (FOURTH)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-P Global EDP 2026 16-9">
  <a:themeElements>
    <a:clrScheme name="Office">
      <a:dk1>
        <a:sysClr val="windowText" lastClr="000000"/>
      </a:dk1>
      <a:lt1>
        <a:sysClr val="window" lastClr="FFFFFF"/>
      </a:lt1>
      <a:dk2>
        <a:srgbClr val="404040"/>
      </a:dk2>
      <a:lt2>
        <a:srgbClr val="DCDCDC"/>
      </a:lt2>
      <a:accent1>
        <a:srgbClr val="D6002A"/>
      </a:accent1>
      <a:accent2>
        <a:srgbClr val="000000"/>
      </a:accent2>
      <a:accent3>
        <a:srgbClr val="C2C2C2"/>
      </a:accent3>
      <a:accent4>
        <a:srgbClr val="9E8D73"/>
      </a:accent4>
      <a:accent5>
        <a:srgbClr val="C7DAE0"/>
      </a:accent5>
      <a:accent6>
        <a:srgbClr val="EDF86F"/>
      </a:accent6>
      <a:hlink>
        <a:srgbClr val="0F82AF"/>
      </a:hlink>
      <a:folHlink>
        <a:srgbClr val="0D6E95"/>
      </a:folHlink>
    </a:clrScheme>
    <a:fontScheme name="SP Global Font Theme">
      <a:majorFont>
        <a:latin typeface="Arial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spcAft>
            <a:spcPts val="200"/>
          </a:spcAft>
          <a:defRPr sz="14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spcAft>
            <a:spcPts val="200"/>
          </a:spcAft>
          <a:defRPr sz="1400" dirty="0" err="1" smtClean="0"/>
        </a:defPPr>
      </a:lstStyle>
    </a:txDef>
  </a:objectDefaults>
  <a:extraClrSchemeLst/>
  <a:custClrLst>
    <a:custClr name="Ocean 7">
      <a:srgbClr val="006D89"/>
    </a:custClr>
    <a:custClr name="Gold 7B">
      <a:srgbClr val="DC7900"/>
    </a:custClr>
    <a:custClr name="Magenta 7">
      <a:srgbClr val="B92051"/>
    </a:custClr>
    <a:custClr name="Purple 9">
      <a:srgbClr val="501555"/>
    </a:custClr>
    <a:custClr name="Teal 7">
      <a:srgbClr val="0F9E7A"/>
    </a:custClr>
    <a:custClr name="Ocean 9">
      <a:srgbClr val="00495B"/>
    </a:custClr>
    <a:custClr name="Orange 7">
      <a:srgbClr val="C94100"/>
    </a:custClr>
    <a:custClr name="Blue 8">
      <a:srgbClr val="1D3BAA"/>
    </a:custClr>
    <a:custClr name="Magenta 5">
      <a:srgbClr val="CD6083"/>
    </a:custClr>
    <a:custClr name="Green 9">
      <a:srgbClr val="125E1F"/>
    </a:custClr>
    <a:custClr name="Gray 7B">
      <a:srgbClr val="929497"/>
    </a:custClr>
    <a:custClr name="Purple 7">
      <a:srgbClr val="782080"/>
    </a:custClr>
    <a:custClr name="Blue 5">
      <a:srgbClr val="7284CA"/>
    </a:custClr>
    <a:custClr name="Gold 9">
      <a:srgbClr val="9D5700"/>
    </a:custClr>
    <a:custClr name="Purple 4">
      <a:srgbClr val="B280B6"/>
    </a:custClr>
    <a:custClr name="Blue 6">
      <a:srgbClr val="566CBF"/>
    </a:custClr>
    <a:custClr name="Ocean 4">
      <a:srgbClr val="6CABBB"/>
    </a:custClr>
    <a:custClr name="Ochre 7">
      <a:srgbClr val="C18B28"/>
    </a:custClr>
    <a:custClr name="Green 6">
      <a:srgbClr val="3C9D4D"/>
    </a:custClr>
    <a:custClr name="Maroon 9">
      <a:srgbClr val="6B0F01"/>
    </a:custClr>
    <a:custClr name="Positive">
      <a:srgbClr val="167527"/>
    </a:custClr>
    <a:custClr name="Somewhat Positive">
      <a:srgbClr val="9DCEA6"/>
    </a:custClr>
    <a:custClr name="Neutral/No Change">
      <a:srgbClr val="BBBDBF"/>
    </a:custClr>
    <a:custClr name="Neutral alt.">
      <a:srgbClr val="4997AB"/>
    </a:custClr>
    <a:custClr name="Somewhat Negative">
      <a:srgbClr val="D79B93"/>
    </a:custClr>
    <a:custClr name="Negative">
      <a:srgbClr val="B20023"/>
    </a:custClr>
    <a:custClr name="Gray 2B">
      <a:srgbClr val="F1F1F2"/>
    </a:custClr>
    <a:custClr name="Gray 4B">
      <a:srgbClr val="D0D2D3"/>
    </a:custClr>
    <a:custClr name="Gray 6B">
      <a:srgbClr val="A6A8AB"/>
    </a:custClr>
    <a:custClr name="Gray 8B">
      <a:srgbClr val="808184"/>
    </a:custClr>
    <a:custClr name="Orange 10">
      <a:srgbClr val="652100"/>
    </a:custClr>
    <a:custClr name="Orange 8">
      <a:srgbClr val="A73600"/>
    </a:custClr>
    <a:custClr name="Orange 6">
      <a:srgbClr val="D15C24"/>
    </a:custClr>
    <a:custClr name="Orange 4">
      <a:srgbClr val="E0926D"/>
    </a:custClr>
    <a:custClr name="Orange 2">
      <a:srgbClr val="F0C9B6"/>
    </a:custClr>
    <a:custClr name="Ocean 2">
      <a:srgbClr val="B6D5DD"/>
    </a:custClr>
    <a:custClr name="Ocean 4">
      <a:srgbClr val="6CABBB"/>
    </a:custClr>
    <a:custClr name="Ocean 6">
      <a:srgbClr val="24829A"/>
    </a:custClr>
    <a:custClr name="Ocean 8">
      <a:srgbClr val="005B72"/>
    </a:custClr>
    <a:custClr name="Ocean 10">
      <a:srgbClr val="003745"/>
    </a:custClr>
    <a:custClr name="Gold 10">
      <a:srgbClr val="764100"/>
    </a:custClr>
    <a:custClr name="Gold 8">
      <a:srgbClr val="C56C00"/>
    </a:custClr>
    <a:custClr name="Gold 6">
      <a:srgbClr val="EF9424"/>
    </a:custClr>
    <a:custClr name="Gold 4">
      <a:srgbClr val="F4B86D"/>
    </a:custClr>
    <a:custClr name="Gold 2">
      <a:srgbClr val="FADBB6"/>
    </a:custClr>
    <a:custClr name="Purple 2">
      <a:srgbClr val="D8BFDB"/>
    </a:custClr>
    <a:custClr name="Purple 4">
      <a:srgbClr val="B280B6"/>
    </a:custClr>
    <a:custClr name="Purple 6">
      <a:srgbClr val="8B4092"/>
    </a:custClr>
    <a:custClr name="Purple 8">
      <a:srgbClr val="641B6B"/>
    </a:custClr>
    <a:custClr name="Purple 10">
      <a:srgbClr val="3C1040"/>
    </a:custClr>
  </a:custClrLst>
  <a:extLst>
    <a:ext uri="{05A4C25C-085E-4340-85A3-A5531E510DB2}">
      <thm15:themeFamily xmlns:thm15="http://schemas.microsoft.com/office/thememl/2012/main" name="Presentation5" id="{2246ED3B-99E0-40E6-9790-ACF4666AB2EF}" vid="{E3EFB520-E477-43E8-A3C8-1D545409AD8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Arial</vt:lpstr>
      <vt:lpstr>S-P Global EDP 2026 16-9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Test Presentation</dc:title>
  <dc:subject>Testing changes</dc:subject>
  <dc:creator>Test Author</dc:creator>
  <cp:lastModifiedBy>Test Author</cp:lastModifiedBy>
  <cp:revision>1</cp:revision>
  <dcterms:created xsi:type="dcterms:W3CDTF">2026-01-06T09:26:37Z</dcterms:created>
  <dcterms:modified xsi:type="dcterms:W3CDTF">2026-01-06T09:26:37Z</dcterms:modified>
</cp:coreProperties>
</file>