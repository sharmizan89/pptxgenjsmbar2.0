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6D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DC7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25</c:v>
                </c:pt>
                <c:pt idx="2">
                  <c:v>35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A897E6B-35D4-4C59-9667-9E94DFC5B1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647700"/>
            <a:ext cx="5634037" cy="316865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3931424"/>
            <a:ext cx="5681980" cy="428349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9368AB29-FD65-43D1-A0D5-6E5DEB6A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216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Hello World - Test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This slide tests basic text functionality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Shapes Test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solidFill>
            <a:srgbClr val="006D8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1371600"/>
            <a:ext cx="1828800" cy="914400"/>
          </a:xfrm>
          <a:prstGeom prst="ellipse">
            <a:avLst/>
          </a:prstGeom>
          <a:solidFill>
            <a:srgbClr val="DC79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1371600"/>
            <a:ext cx="1828800" cy="914400"/>
          </a:xfrm>
          <a:prstGeom prst="roundRect">
            <a:avLst/>
          </a:prstGeom>
          <a:solidFill>
            <a:srgbClr val="B9205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Chart Test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Table Test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Header 1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Header 2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Header 3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1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2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3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4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5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6</a:t>
                      </a:r>
                      <a:endParaRPr lang="en-US" sz="1200" dirty="0"/>
                    </a:p>
                  </a:txBody>
                  <a:tcPr marL="18288" marR="36576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Bullets 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First level bullet (DEFAULT)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Second level bullet (SECOND)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Third level bullet (THIRD)</a:t>
            </a:r>
            <a:endParaRPr lang="en-US" dirty="0"/>
          </a:p>
          <a:p>
            <a:pPr marL="177800" indent="-1778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Fourth level bullet (FOURTH)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-P Global EDP 2026 16-9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F82AF"/>
      </a:hlink>
      <a:folHlink>
        <a:srgbClr val="0D6E95"/>
      </a:folHlink>
    </a:clrScheme>
    <a:fontScheme name="SP Global Font Them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Aft>
            <a:spcPts val="200"/>
          </a:spcAft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200"/>
          </a:spcAft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4">
      <a:srgbClr val="6CABBB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4">
      <a:srgbClr val="B280B6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Presentation5" id="{2246ED3B-99E0-40E6-9790-ACF4666AB2EF}" vid="{E3EFB520-E477-43E8-A3C8-1D545409A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Arial</vt:lpstr>
      <vt:lpstr>S-P Global EDP 2026 16-9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Testing changes</dc:subject>
  <dc:creator>Test Author</dc:creator>
  <cp:lastModifiedBy>Test Author</cp:lastModifiedBy>
  <cp:revision>1</cp:revision>
  <dcterms:created xsi:type="dcterms:W3CDTF">2026-01-06T12:40:48Z</dcterms:created>
  <dcterms:modified xsi:type="dcterms:W3CDTF">2026-01-06T12:40:48Z</dcterms:modified>
</cp:coreProperties>
</file>