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006D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DC7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25</c:v>
                </c:pt>
                <c:pt idx="2">
                  <c:v>35</c:v>
                </c:pt>
                <c:pt idx="3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4A897E6B-35D4-4C59-9667-9E94DFC5B11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13" y="647700"/>
            <a:ext cx="5634037" cy="316865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3931424"/>
            <a:ext cx="5681980" cy="4283492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9368AB29-FD65-43D1-A0D5-6E5DEB6A1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470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A160B2F-9375-4DE3-A5A0-161BE0A643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0"/>
            <a:ext cx="5535279" cy="317674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name (optional) / Title / Month 20YY</a:t>
            </a:r>
          </a:p>
        </p:txBody>
      </p:sp>
      <p:sp>
        <p:nvSpPr>
          <p:cNvPr id="6" name="Slide Number Placeholder 5"/>
          <p:cNvSpPr>
            <a:spLocks noGrp="1"/>
          </p:cNvSpPr>
          <p:nvPr userDrawn="1">
            <p:ph type="sldNum" sz="quarter" idx="4"/>
          </p:nvPr>
        </p:nvSpPr>
        <p:spPr>
          <a:xfrm>
            <a:off x="11320251" y="6563709"/>
            <a:ext cx="311576" cy="21480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fld id="{5CFA18E4-D58E-4B28-B105-28D9665A8EB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8" name="Title Placeholder 1">
            <a:extLst>
              <a:ext uri="{FF2B5EF4-FFF2-40B4-BE49-F238E27FC236}">
                <a16:creationId xmlns:a16="http://schemas.microsoft.com/office/drawing/2014/main" id="{92E3486A-297A-4953-BF79-0AEFDE6C9C3F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67039" y="323644"/>
            <a:ext cx="11062709" cy="84543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F08B5A9E-5A85-46D7-B45C-7C4E83238E02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67039" y="1289097"/>
            <a:ext cx="11064240" cy="426139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4233272"/>
      </p:ext>
    </p:extLst>
  </p:cSld>
  <p:clrMap bg1="lt1" tx1="dk1" bg2="lt2" tx2="dk2" accent1="accent1" accent2="accent2" accent3="accent3" accent4="accent4" accent5="accent5" accent6="accent6" hlink="hlink" folHlink="folHlink"/>
  <p:sldLayoutIdLst/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9863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1313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17525" indent="-1762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7388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70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pos="3840" userDrawn="1">
          <p15:clr>
            <a:srgbClr val="A4A3A4"/>
          </p15:clr>
        </p15:guide>
        <p15:guide id="6" pos="7329" userDrawn="1">
          <p15:clr>
            <a:srgbClr val="F26B43"/>
          </p15:clr>
        </p15:guide>
        <p15:guide id="9" orient="horz" pos="216" userDrawn="1">
          <p15:clr>
            <a:srgbClr val="F26B43"/>
          </p15:clr>
        </p15:guide>
        <p15:guide id="12" orient="horz" pos="3912" userDrawn="1">
          <p15:clr>
            <a:srgbClr val="F26B43"/>
          </p15:clr>
        </p15:guide>
        <p15:guide id="21" pos="35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</a:rPr>
              <a:t>Hello World - Test Presentation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This slide tests basic text functionality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Shapes Test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1828800" cy="914400"/>
          </a:xfrm>
          <a:prstGeom prst="rect">
            <a:avLst/>
          </a:prstGeom>
          <a:solidFill>
            <a:srgbClr val="006D89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0" y="1371600"/>
            <a:ext cx="1828800" cy="914400"/>
          </a:xfrm>
          <a:prstGeom prst="ellipse">
            <a:avLst/>
          </a:prstGeom>
          <a:solidFill>
            <a:srgbClr val="DC790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0" y="1371600"/>
            <a:ext cx="1828800" cy="914400"/>
          </a:xfrm>
          <a:prstGeom prst="roundRect">
            <a:avLst/>
          </a:prstGeom>
          <a:solidFill>
            <a:srgbClr val="B92051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Chart Test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8229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Table Test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1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2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3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1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2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3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4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5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6</a:t>
                      </a:r>
                      <a:endParaRPr lang="en-US" sz="1200" dirty="0"/>
                    </a:p>
                  </a:txBody>
                  <a:tcPr marL="18288" marR="36576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Bullets Test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First level bullet (DEFAULT)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Second level bullet (SECOND)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Third level bullet (THIRD)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Fourth level bullet (FOURTH)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-P Global EDP 2026 16-9">
  <a:themeElements>
    <a:clrScheme name="Office">
      <a:dk1>
        <a:sysClr val="windowText" lastClr="000000"/>
      </a:dk1>
      <a:lt1>
        <a:sysClr val="window" lastClr="FFFFFF"/>
      </a:lt1>
      <a:dk2>
        <a:srgbClr val="404040"/>
      </a:dk2>
      <a:lt2>
        <a:srgbClr val="DCDCDC"/>
      </a:lt2>
      <a:accent1>
        <a:srgbClr val="D6002A"/>
      </a:accent1>
      <a:accent2>
        <a:srgbClr val="000000"/>
      </a:accent2>
      <a:accent3>
        <a:srgbClr val="C2C2C2"/>
      </a:accent3>
      <a:accent4>
        <a:srgbClr val="9E8D73"/>
      </a:accent4>
      <a:accent5>
        <a:srgbClr val="C7DAE0"/>
      </a:accent5>
      <a:accent6>
        <a:srgbClr val="EDF86F"/>
      </a:accent6>
      <a:hlink>
        <a:srgbClr val="0F82AF"/>
      </a:hlink>
      <a:folHlink>
        <a:srgbClr val="0D6E95"/>
      </a:folHlink>
    </a:clrScheme>
    <a:fontScheme name="SP Global Font Them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spcAft>
            <a:spcPts val="200"/>
          </a:spcAft>
          <a:defRPr sz="14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spcAft>
            <a:spcPts val="200"/>
          </a:spcAft>
          <a:defRPr sz="1400" dirty="0" err="1" smtClean="0"/>
        </a:defPPr>
      </a:lstStyle>
    </a:txDef>
  </a:objectDefaults>
  <a:extraClrSchemeLst/>
  <a:custClrLst>
    <a:custClr name="Ocean 7">
      <a:srgbClr val="006D89"/>
    </a:custClr>
    <a:custClr name="Gold 7B">
      <a:srgbClr val="DC7900"/>
    </a:custClr>
    <a:custClr name="Magenta 7">
      <a:srgbClr val="B92051"/>
    </a:custClr>
    <a:custClr name="Purple 9">
      <a:srgbClr val="501555"/>
    </a:custClr>
    <a:custClr name="Teal 7">
      <a:srgbClr val="0F9E7A"/>
    </a:custClr>
    <a:custClr name="Ocean 9">
      <a:srgbClr val="00495B"/>
    </a:custClr>
    <a:custClr name="Orange 7">
      <a:srgbClr val="C94100"/>
    </a:custClr>
    <a:custClr name="Blue 8">
      <a:srgbClr val="1D3BAA"/>
    </a:custClr>
    <a:custClr name="Magenta 5">
      <a:srgbClr val="CD6083"/>
    </a:custClr>
    <a:custClr name="Green 9">
      <a:srgbClr val="125E1F"/>
    </a:custClr>
    <a:custClr name="Gray 7B">
      <a:srgbClr val="929497"/>
    </a:custClr>
    <a:custClr name="Purple 7">
      <a:srgbClr val="782080"/>
    </a:custClr>
    <a:custClr name="Blue 5">
      <a:srgbClr val="7284CA"/>
    </a:custClr>
    <a:custClr name="Gold 9">
      <a:srgbClr val="9D5700"/>
    </a:custClr>
    <a:custClr name="Purple 4">
      <a:srgbClr val="B280B6"/>
    </a:custClr>
    <a:custClr name="Blue 6">
      <a:srgbClr val="566CBF"/>
    </a:custClr>
    <a:custClr name="Ocean 4">
      <a:srgbClr val="6CABBB"/>
    </a:custClr>
    <a:custClr name="Ochre 7">
      <a:srgbClr val="C18B28"/>
    </a:custClr>
    <a:custClr name="Green 6">
      <a:srgbClr val="3C9D4D"/>
    </a:custClr>
    <a:custClr name="Maroon 9">
      <a:srgbClr val="6B0F01"/>
    </a:custClr>
    <a:custClr name="Positive">
      <a:srgbClr val="167527"/>
    </a:custClr>
    <a:custClr name="Somewhat Positive">
      <a:srgbClr val="9DCEA6"/>
    </a:custClr>
    <a:custClr name="Neutral/No Change">
      <a:srgbClr val="BBBDBF"/>
    </a:custClr>
    <a:custClr name="Neutral alt.">
      <a:srgbClr val="4997AB"/>
    </a:custClr>
    <a:custClr name="Somewhat Negative">
      <a:srgbClr val="D79B93"/>
    </a:custClr>
    <a:custClr name="Negative">
      <a:srgbClr val="B20023"/>
    </a:custClr>
    <a:custClr name="Gray 2B">
      <a:srgbClr val="F1F1F2"/>
    </a:custClr>
    <a:custClr name="Gray 4B">
      <a:srgbClr val="D0D2D3"/>
    </a:custClr>
    <a:custClr name="Gray 6B">
      <a:srgbClr val="A6A8AB"/>
    </a:custClr>
    <a:custClr name="Gray 8B">
      <a:srgbClr val="808184"/>
    </a:custClr>
    <a:custClr name="Orange 10">
      <a:srgbClr val="652100"/>
    </a:custClr>
    <a:custClr name="Orange 8">
      <a:srgbClr val="A73600"/>
    </a:custClr>
    <a:custClr name="Orange 6">
      <a:srgbClr val="D15C24"/>
    </a:custClr>
    <a:custClr name="Orange 4">
      <a:srgbClr val="E0926D"/>
    </a:custClr>
    <a:custClr name="Orange 2">
      <a:srgbClr val="F0C9B6"/>
    </a:custClr>
    <a:custClr name="Ocean 2">
      <a:srgbClr val="B6D5DD"/>
    </a:custClr>
    <a:custClr name="Ocean 4">
      <a:srgbClr val="6CABBB"/>
    </a:custClr>
    <a:custClr name="Ocean 6">
      <a:srgbClr val="24829A"/>
    </a:custClr>
    <a:custClr name="Ocean 8">
      <a:srgbClr val="005B72"/>
    </a:custClr>
    <a:custClr name="Ocean 10">
      <a:srgbClr val="003745"/>
    </a:custClr>
    <a:custClr name="Gold 10">
      <a:srgbClr val="764100"/>
    </a:custClr>
    <a:custClr name="Gold 8">
      <a:srgbClr val="C56C00"/>
    </a:custClr>
    <a:custClr name="Gold 6">
      <a:srgbClr val="EF9424"/>
    </a:custClr>
    <a:custClr name="Gold 4">
      <a:srgbClr val="F4B86D"/>
    </a:custClr>
    <a:custClr name="Gold 2">
      <a:srgbClr val="FADBB6"/>
    </a:custClr>
    <a:custClr name="Purple 2">
      <a:srgbClr val="D8BFDB"/>
    </a:custClr>
    <a:custClr name="Purple 4">
      <a:srgbClr val="B280B6"/>
    </a:custClr>
    <a:custClr name="Purple 6">
      <a:srgbClr val="8B4092"/>
    </a:custClr>
    <a:custClr name="Purple 8">
      <a:srgbClr val="641B6B"/>
    </a:custClr>
    <a:custClr name="Purple 10">
      <a:srgbClr val="3C1040"/>
    </a:custClr>
  </a:custClrLst>
  <a:extLst>
    <a:ext uri="{05A4C25C-085E-4340-85A3-A5531E510DB2}">
      <thm15:themeFamily xmlns:thm15="http://schemas.microsoft.com/office/thememl/2012/main" name="Presentation5" id="{2246ED3B-99E0-40E6-9790-ACF4666AB2EF}" vid="{E3EFB520-E477-43E8-A3C8-1D545409AD8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Arial</vt:lpstr>
      <vt:lpstr>S-P Global EDP 2026 16-9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Presentation</dc:title>
  <dc:subject>Testing changes</dc:subject>
  <dc:creator>Test Author</dc:creator>
  <cp:lastModifiedBy>Test Author</cp:lastModifiedBy>
  <cp:revision>1</cp:revision>
  <dcterms:created xsi:type="dcterms:W3CDTF">2026-01-13T05:31:07Z</dcterms:created>
  <dcterms:modified xsi:type="dcterms:W3CDTF">2026-01-13T05:31:07Z</dcterms:modified>
</cp:coreProperties>
</file>