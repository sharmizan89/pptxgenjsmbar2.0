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284AB22-BA66-47B9-8BEB-416F2BFF470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5272088" y="6575649"/>
            <a:ext cx="6129126" cy="200055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algn="r"/>
            <a:r>
              <a:rPr lang="en-US" sz="700">
                <a:latin typeface="+mn-lt"/>
              </a:rPr>
              <a:t>© 2026 S&amp;P Global.</a:t>
            </a:r>
          </a:p>
        </p:txBody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2026-01-06T13:42:01Z</dcterms:created>
  <dcterms:modified xsi:type="dcterms:W3CDTF">2026-01-06T13:42:01Z</dcterms:modified>
</cp:coreProperties>
</file>