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7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F1F2"/>
    <a:srgbClr val="0F82AF"/>
    <a:srgbClr val="DCDCDC"/>
    <a:srgbClr val="BBBDBF"/>
    <a:srgbClr val="B20023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676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8"/>
          </p:nvPr>
        </p:nvSpPr>
        <p:spPr/>
        <p:txBody>
          <a:bodyPr lIns="0" tIns="0" rIns="0" bIns="0"/>
          <a:lstStyle/>
          <a:p>
            <a:r>
              <a:rPr lang="en-US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0" tIns="0" rIns="0" bIns="0"/>
          <a:lstStyle/>
          <a:p>
            <a:fld id="{5246FB18-5DF1-419A-B975-14AFDDD65B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6"/>
          <p:cNvSpPr>
            <a:spLocks noGrp="1"/>
          </p:cNvSpPr>
          <p:nvPr>
            <p:ph type="title" hasCustomPrompt="1"/>
          </p:nvPr>
        </p:nvSpPr>
        <p:spPr>
          <a:xfrm>
            <a:off x="567040" y="347472"/>
            <a:ext cx="11060912" cy="826477"/>
          </a:xfrm>
        </p:spPr>
        <p:txBody>
          <a:bodyPr lIns="0" tIns="0" rIns="0" bIns="0"/>
          <a:lstStyle/>
          <a:p>
            <a:r>
              <a:rPr lang="en-US"/>
              <a:t>[Headline]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 hasCustomPrompt="1"/>
          </p:nvPr>
        </p:nvSpPr>
        <p:spPr>
          <a:xfrm>
            <a:off x="567037" y="1257300"/>
            <a:ext cx="11064240" cy="4343400"/>
          </a:xfrm>
        </p:spPr>
        <p:txBody>
          <a:bodyPr lIns="0" tIns="0" rIns="0" bIns="0"/>
          <a:lstStyle/>
          <a:p>
            <a:pPr lvl="0"/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[Click to add content]</a:t>
            </a:r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note"/>
          <p:cNvSpPr>
            <a:spLocks noGrp="1"/>
          </p:cNvSpPr>
          <p:nvPr>
            <p:ph type="body" sz="quarter" idx="15" hasCustomPrompt="1"/>
          </p:nvPr>
        </p:nvSpPr>
        <p:spPr>
          <a:xfrm>
            <a:off x="567039" y="5687045"/>
            <a:ext cx="11060912" cy="525368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ct val="25000"/>
              <a:buFont typeface="Arial" panose="020B0604020202020204" pitchFamily="34" charset="0"/>
              <a:buNone/>
              <a:defRPr sz="700">
                <a:latin typeface="+mn-lt"/>
              </a:defRPr>
            </a:lvl1pPr>
            <a:lvl2pPr marL="169863" indent="-112713">
              <a:lnSpc>
                <a:spcPct val="7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00">
                <a:latin typeface="+mn-lt"/>
              </a:defRPr>
            </a:lvl2pPr>
            <a:lvl3pPr marL="341312" indent="0">
              <a:buNone/>
              <a:defRPr/>
            </a:lvl3pPr>
          </a:lstStyle>
          <a:p>
            <a:pPr lvl="0"/>
            <a:r>
              <a:rPr lang="en-US"/>
              <a:t>[Source / Legal disclaimer / Footnote]</a:t>
            </a:r>
          </a:p>
        </p:txBody>
      </p:sp>
    </p:spTree>
    <p:extLst>
      <p:ext uri="{BB962C8B-B14F-4D97-AF65-F5344CB8AC3E}">
        <p14:creationId xmlns:p14="http://schemas.microsoft.com/office/powerpoint/2010/main" val="2841924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92" userDrawn="1">
          <p15:clr>
            <a:srgbClr val="FBAE40"/>
          </p15:clr>
        </p15:guide>
        <p15:guide id="2" orient="horz" pos="35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160B2F-9375-4DE3-A5A0-161BE0A64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0"/>
            <a:ext cx="5535279" cy="317674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320251" y="6563709"/>
            <a:ext cx="311576" cy="21480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5CFA18E4-D58E-4B28-B105-28D9665A8EB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8" name="Title Placeholder 1">
            <a:extLst>
              <a:ext uri="{FF2B5EF4-FFF2-40B4-BE49-F238E27FC236}">
                <a16:creationId xmlns:a16="http://schemas.microsoft.com/office/drawing/2014/main" id="{92E3486A-297A-4953-BF79-0AEFDE6C9C3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67039" y="323644"/>
            <a:ext cx="11062709" cy="84543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F08B5A9E-5A85-46D7-B45C-7C4E83238E02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67039" y="1289097"/>
            <a:ext cx="11064240" cy="42613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284AB22-BA66-47B9-8BEB-416F2BFF470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5272088" y="6575649"/>
            <a:ext cx="6129126" cy="200055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3674233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2026-01-06T09:00:11Z</dcterms:created>
  <dcterms:modified xsi:type="dcterms:W3CDTF">2026-01-06T09:00:11Z</dcterms:modified>
</cp:coreProperties>
</file>