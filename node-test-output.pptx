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6D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DC7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25</c:v>
                </c:pt>
                <c:pt idx="2">
                  <c:v>35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A897E6B-35D4-4C59-9667-9E94DFC5B11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13" y="647700"/>
            <a:ext cx="5634037" cy="316865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3931424"/>
            <a:ext cx="5681980" cy="428349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9368AB29-FD65-43D1-A0D5-6E5DEB6A1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7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A160B2F-9375-4DE3-A5A0-161BE0A64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0"/>
            <a:ext cx="5535279" cy="317674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320251" y="6563709"/>
            <a:ext cx="311576" cy="21480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5CFA18E4-D58E-4B28-B105-28D9665A8EB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8" name="Title Placeholder 1">
            <a:extLst>
              <a:ext uri="{FF2B5EF4-FFF2-40B4-BE49-F238E27FC236}">
                <a16:creationId xmlns:a16="http://schemas.microsoft.com/office/drawing/2014/main" id="{92E3486A-297A-4953-BF79-0AEFDE6C9C3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67039" y="323644"/>
            <a:ext cx="11062709" cy="84543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F08B5A9E-5A85-46D7-B45C-7C4E83238E02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67039" y="1289097"/>
            <a:ext cx="11064240" cy="42613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284AB22-BA66-47B9-8BEB-416F2BFF470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5272088" y="6575649"/>
            <a:ext cx="6129126" cy="200055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algn="r"/>
            <a:r>
              <a:rPr lang="en-US" sz="700">
                <a:latin typeface="+mn-lt"/>
              </a:rPr>
              <a:t>© 2026 S&amp;P Global.</a:t>
            </a:r>
          </a:p>
        </p:txBody>
      </p:sp>
      <p:pic>
        <p:nvPicPr>
          <p:cNvPr id="4" name="Picture 3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id="{49457A2A-D157-577A-4E4D-803696EF5118}"/>
              </a:ext>
            </a:extLst>
          </p:cNvPr>
          <p:cNvPicPr>
            <a:picLocks noChangeAspect="1"/>
          </p:cNvPicPr>
          <p:nvPr userDrawn="1"/>
        </p:nvPicPr>
        <p:blipFill>
          <a:blip r:embed="rId6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94" y="6396112"/>
            <a:ext cx="762002" cy="36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233272"/>
      </p:ext>
    </p:extLst>
  </p:cSld>
  <p:clrMap bg1="lt1" tx1="dk1" bg2="lt2" tx2="dk2" accent1="accent1" accent2="accent2" accent3="accent3" accent4="accent4" accent5="accent5" accent6="accent6" hlink="hlink" folHlink="folHlink"/>
  <p:sldLayoutIdLst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1313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7525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738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840" userDrawn="1">
          <p15:clr>
            <a:srgbClr val="A4A3A4"/>
          </p15:clr>
        </p15:guide>
        <p15:guide id="6" pos="7329" userDrawn="1">
          <p15:clr>
            <a:srgbClr val="F26B43"/>
          </p15:clr>
        </p15:guide>
        <p15:guide id="9" orient="horz" pos="216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21" pos="3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Hello World - Test Presentation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slide tests basic text functionality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Shapes Test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828800" cy="914400"/>
          </a:xfrm>
          <a:prstGeom prst="rect">
            <a:avLst/>
          </a:prstGeom>
          <a:solidFill>
            <a:srgbClr val="006D8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1371600"/>
            <a:ext cx="1828800" cy="914400"/>
          </a:xfrm>
          <a:prstGeom prst="ellipse">
            <a:avLst/>
          </a:prstGeom>
          <a:solidFill>
            <a:srgbClr val="DC790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1371600"/>
            <a:ext cx="1828800" cy="914400"/>
          </a:xfrm>
          <a:prstGeom prst="roundRect">
            <a:avLst/>
          </a:prstGeom>
          <a:solidFill>
            <a:srgbClr val="B920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Chart Test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Table Test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4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5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6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First level bullet (DEFAULT)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Second level bullet (SECOND)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Third level bullet (THIRD)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Fourth level bullet (FOURTH)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6 16-9">
  <a:themeElements>
    <a:clrScheme name="Office">
      <a:dk1>
        <a:sysClr val="windowText" lastClr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5" id="{2246ED3B-99E0-40E6-9790-ACF4666AB2EF}" vid="{E3EFB520-E477-43E8-A3C8-1D545409AD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</vt:lpstr>
      <vt:lpstr>S-P Global EDP 2026 16-9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Testing changes</dc:subject>
  <dc:creator>Test Author</dc:creator>
  <cp:lastModifiedBy>Test Author</cp:lastModifiedBy>
  <cp:revision>1</cp:revision>
  <dcterms:created xsi:type="dcterms:W3CDTF">2026-01-06T13:38:16Z</dcterms:created>
  <dcterms:modified xsi:type="dcterms:W3CDTF">2026-01-06T13:38:16Z</dcterms:modified>
</cp:coreProperties>
</file>