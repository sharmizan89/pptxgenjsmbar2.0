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A897E6B-35D4-4C59-9667-9E94DFC5B11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813" y="647700"/>
            <a:ext cx="5634037" cy="316865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3931424"/>
            <a:ext cx="5681980" cy="428349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9368AB29-FD65-43D1-A0D5-6E5DEB6A1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7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8"/>
          </p:nvPr>
        </p:nvSpPr>
        <p:spPr/>
        <p:txBody>
          <a:bodyPr lIns="0" tIns="0" rIns="0" bIns="0"/>
          <a:lstStyle/>
          <a:p>
            <a:r>
              <a:rPr lang="en-US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5246FB18-5DF1-419A-B975-14AFDDD65B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6"/>
          <p:cNvSpPr>
            <a:spLocks noGrp="1"/>
          </p:cNvSpPr>
          <p:nvPr>
            <p:ph type="title" hasCustomPrompt="1"/>
          </p:nvPr>
        </p:nvSpPr>
        <p:spPr>
          <a:xfrm>
            <a:off x="567040" y="347472"/>
            <a:ext cx="11060912" cy="826477"/>
          </a:xfrm>
        </p:spPr>
        <p:txBody>
          <a:bodyPr lIns="0" tIns="0" rIns="0" bIns="0"/>
          <a:lstStyle/>
          <a:p>
            <a:r>
              <a:rPr lang="en-US"/>
              <a:t>[Headline]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 hasCustomPrompt="1"/>
          </p:nvPr>
        </p:nvSpPr>
        <p:spPr>
          <a:xfrm>
            <a:off x="567037" y="1257300"/>
            <a:ext cx="11064240" cy="4343400"/>
          </a:xfrm>
        </p:spPr>
        <p:txBody>
          <a:bodyPr lIns="0" tIns="0" rIns="0" bIns="0"/>
          <a:lstStyle/>
          <a:p>
            <a:pPr lvl="0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[Click to add content]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/>
              <a:t>[Source / Legal disclaimer / Footnote]</a:t>
            </a:r>
          </a:p>
        </p:txBody>
      </p:sp>
    </p:spTree>
    <p:extLst>
      <p:ext uri="{BB962C8B-B14F-4D97-AF65-F5344CB8AC3E}">
        <p14:creationId xmlns:p14="http://schemas.microsoft.com/office/powerpoint/2010/main" val="284192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2" userDrawn="1">
          <p15:clr>
            <a:srgbClr val="FBAE40"/>
          </p15:clr>
        </p15:guide>
        <p15:guide id="2" orient="horz" pos="35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sub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75488" y="292608"/>
            <a:ext cx="112471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[Headline]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75488" y="1207008"/>
            <a:ext cx="11247120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[Content]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D60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[Title]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[Subtitle]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[Section Title]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1313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1752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840" userDrawn="1">
          <p15:clr>
            <a:srgbClr val="A4A3A4"/>
          </p15:clr>
        </p15:guide>
        <p15:guide id="6" pos="7329" userDrawn="1">
          <p15:clr>
            <a:srgbClr val="F26B43"/>
          </p15:clr>
        </p15:guide>
        <p15:guide id="9" orient="horz" pos="216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21" pos="3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75488" y="292608"/>
            <a:ext cx="112471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Content Slide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75488" y="1207008"/>
            <a:ext cx="11247120" cy="4434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Welcome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Part 1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-P Global EDP 2026 16-9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C2C2C2"/>
      </a:accent3>
      <a:accent4>
        <a:srgbClr val="9E8D73"/>
      </a:accent4>
      <a:accent5>
        <a:srgbClr val="C7DAE0"/>
      </a:accent5>
      <a:accent6>
        <a:srgbClr val="EDF86F"/>
      </a:accent6>
      <a:hlink>
        <a:srgbClr val="0F82AF"/>
      </a:hlink>
      <a:folHlink>
        <a:srgbClr val="0D6E95"/>
      </a:folHlink>
    </a:clrScheme>
    <a:fontScheme name="SP Global Font Them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Aft>
            <a:spcPts val="200"/>
          </a:spcAft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Aft>
            <a:spcPts val="200"/>
          </a:spcAft>
          <a:defRPr sz="1400" dirty="0" err="1" smtClean="0"/>
        </a:defPPr>
      </a:lstStyle>
    </a:txDef>
  </a:objectDefaults>
  <a:extraClrSchemeLst/>
  <a:custClrLst>
    <a:custClr name="Ocean 7">
      <a:srgbClr val="006D89"/>
    </a:custClr>
    <a:custClr name="Gold 7B">
      <a:srgbClr val="DC7900"/>
    </a:custClr>
    <a:custClr name="Magenta 7">
      <a:srgbClr val="B92051"/>
    </a:custClr>
    <a:custClr name="Purple 9">
      <a:srgbClr val="501555"/>
    </a:custClr>
    <a:custClr name="Teal 7">
      <a:srgbClr val="0F9E7A"/>
    </a:custClr>
    <a:custClr name="Ocean 9">
      <a:srgbClr val="00495B"/>
    </a:custClr>
    <a:custClr name="Orange 7">
      <a:srgbClr val="C94100"/>
    </a:custClr>
    <a:custClr name="Blue 8">
      <a:srgbClr val="1D3BAA"/>
    </a:custClr>
    <a:custClr name="Magenta 5">
      <a:srgbClr val="CD6083"/>
    </a:custClr>
    <a:custClr name="Green 9">
      <a:srgbClr val="125E1F"/>
    </a:custClr>
    <a:custClr name="Gray 7B">
      <a:srgbClr val="929497"/>
    </a:custClr>
    <a:custClr name="Purple 7">
      <a:srgbClr val="782080"/>
    </a:custClr>
    <a:custClr name="Blue 5">
      <a:srgbClr val="7284CA"/>
    </a:custClr>
    <a:custClr name="Gold 9">
      <a:srgbClr val="9D5700"/>
    </a:custClr>
    <a:custClr name="Purple 4">
      <a:srgbClr val="B280B6"/>
    </a:custClr>
    <a:custClr name="Blue 6">
      <a:srgbClr val="566CBF"/>
    </a:custClr>
    <a:custClr name="Ocean 4">
      <a:srgbClr val="6CABBB"/>
    </a:custClr>
    <a:custClr name="Ochre 7">
      <a:srgbClr val="C18B28"/>
    </a:custClr>
    <a:custClr name="Green 6">
      <a:srgbClr val="3C9D4D"/>
    </a:custClr>
    <a:custClr name="Maroon 9">
      <a:srgbClr val="6B0F01"/>
    </a:custClr>
    <a:custClr name="Positive">
      <a:srgbClr val="167527"/>
    </a:custClr>
    <a:custClr name="Somewhat Positive">
      <a:srgbClr val="9DCEA6"/>
    </a:custClr>
    <a:custClr name="Neutral/No Change">
      <a:srgbClr val="BBBDBF"/>
    </a:custClr>
    <a:custClr name="Neutral alt.">
      <a:srgbClr val="4997AB"/>
    </a:custClr>
    <a:custClr name="Somewhat Negative">
      <a:srgbClr val="D79B93"/>
    </a:custClr>
    <a:custClr name="Negative">
      <a:srgbClr val="B20023"/>
    </a:custClr>
    <a:custClr name="Gray 2B">
      <a:srgbClr val="F1F1F2"/>
    </a:custClr>
    <a:custClr name="Gray 4B">
      <a:srgbClr val="D0D2D3"/>
    </a:custClr>
    <a:custClr name="Gray 6B">
      <a:srgbClr val="A6A8AB"/>
    </a:custClr>
    <a:custClr name="Gray 8B">
      <a:srgbClr val="808184"/>
    </a:custClr>
    <a:custClr name="Orange 10">
      <a:srgbClr val="652100"/>
    </a:custClr>
    <a:custClr name="Orange 8">
      <a:srgbClr val="A73600"/>
    </a:custClr>
    <a:custClr name="Orange 6">
      <a:srgbClr val="D15C24"/>
    </a:custClr>
    <a:custClr name="Orange 4">
      <a:srgbClr val="E0926D"/>
    </a:custClr>
    <a:custClr name="Orange 2">
      <a:srgbClr val="F0C9B6"/>
    </a:custClr>
    <a:custClr name="Ocean 2">
      <a:srgbClr val="B6D5DD"/>
    </a:custClr>
    <a:custClr name="Ocean 4">
      <a:srgbClr val="6CABBB"/>
    </a:custClr>
    <a:custClr name="Ocean 6">
      <a:srgbClr val="24829A"/>
    </a:custClr>
    <a:custClr name="Ocean 8">
      <a:srgbClr val="005B72"/>
    </a:custClr>
    <a:custClr name="Ocean 10">
      <a:srgbClr val="003745"/>
    </a:custClr>
    <a:custClr name="Gold 10">
      <a:srgbClr val="764100"/>
    </a:custClr>
    <a:custClr name="Gold 8">
      <a:srgbClr val="C56C00"/>
    </a:custClr>
    <a:custClr name="Gold 6">
      <a:srgbClr val="EF9424"/>
    </a:custClr>
    <a:custClr name="Gold 4">
      <a:srgbClr val="F4B86D"/>
    </a:custClr>
    <a:custClr name="Gold 2">
      <a:srgbClr val="FADBB6"/>
    </a:custClr>
    <a:custClr name="Purple 2">
      <a:srgbClr val="D8BFDB"/>
    </a:custClr>
    <a:custClr name="Purple 4">
      <a:srgbClr val="B280B6"/>
    </a:custClr>
    <a:custClr name="Purple 6">
      <a:srgbClr val="8B4092"/>
    </a:custClr>
    <a:custClr name="Purple 8">
      <a:srgbClr val="641B6B"/>
    </a:custClr>
    <a:custClr name="Purple 10">
      <a:srgbClr val="3C1040"/>
    </a:custClr>
  </a:custClrLst>
  <a:extLst>
    <a:ext uri="{05A4C25C-085E-4340-85A3-A5531E510DB2}">
      <thm15:themeFamily xmlns:thm15="http://schemas.microsoft.com/office/thememl/2012/main" name="Presentation5" id="{2246ED3B-99E0-40E6-9790-ACF4666AB2EF}" vid="{E3EFB520-E477-43E8-A3C8-1D545409AD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Arial</vt:lpstr>
      <vt:lpstr>S-P Global EDP 2026 16-9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2026-01-06T09:27:28Z</dcterms:created>
  <dcterms:modified xsi:type="dcterms:W3CDTF">2026-01-06T09:27:28Z</dcterms:modified>
</cp:coreProperties>
</file>