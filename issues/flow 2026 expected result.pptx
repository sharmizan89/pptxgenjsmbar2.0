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0" d="100"/>
          <a:sy n="60" d="100"/>
        </p:scale>
        <p:origin x="8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000000"/>
                </a:solidFill>
                <a:latin typeface="Arial"/>
              </a:defRPr>
            </a:pPr>
            <a:r>
              <a:rPr sz="1200" b="1" i="0" u="none" strike="noStrike">
                <a:solidFill>
                  <a:srgbClr val="000000"/>
                </a:solidFill>
                <a:latin typeface="Arial"/>
              </a:rPr>
              <a:t>Market Growth Metrics</a:t>
            </a:r>
          </a:p>
        </c:rich>
      </c:tx>
      <c:layout>
        <c:manualLayout>
          <c:xMode val="edge"/>
          <c:yMode val="edge"/>
          <c:x val="1.0454580000000002E-2"/>
          <c:y val="2.8879999999999999E-3"/>
        </c:manualLayout>
      </c:layout>
      <c:overlay val="0"/>
    </c:title>
    <c:autoTitleDeleted val="0"/>
    <c:plotArea>
      <c:layout/>
      <c:barChart>
        <c:barDir val="col"/>
        <c:grouping val="clustered"/>
        <c:varyColors val="0"/>
        <c:ser>
          <c:idx val="0"/>
          <c:order val="0"/>
          <c:tx>
            <c:strRef>
              <c:f>Sheet1!$B$1</c:f>
              <c:strCache>
                <c:ptCount val="1"/>
                <c:pt idx="0">
                  <c:v>IT Power Capacity (MW)</c:v>
                </c:pt>
              </c:strCache>
            </c:strRef>
          </c:tx>
          <c:spPr>
            <a:solidFill>
              <a:srgbClr val="006D89"/>
            </a:solidFill>
            <a:effectLst/>
          </c:spPr>
          <c:invertIfNegative val="0"/>
          <c:cat>
            <c:strRef>
              <c:f>Sheet1!$A$2:$A$3</c:f>
              <c:strCache>
                <c:ptCount val="2"/>
                <c:pt idx="0">
                  <c:v>Current (Q1 2025)</c:v>
                </c:pt>
                <c:pt idx="1">
                  <c:v>Planned (2030)</c:v>
                </c:pt>
              </c:strCache>
            </c:strRef>
          </c:cat>
          <c:val>
            <c:numRef>
              <c:f>Sheet1!$B$2:$B$3</c:f>
              <c:numCache>
                <c:formatCode>General</c:formatCode>
                <c:ptCount val="2"/>
                <c:pt idx="0">
                  <c:v>222</c:v>
                </c:pt>
                <c:pt idx="1">
                  <c:v>982</c:v>
                </c:pt>
              </c:numCache>
            </c:numRef>
          </c:val>
          <c:extLst>
            <c:ext xmlns:c16="http://schemas.microsoft.com/office/drawing/2014/chart" uri="{C3380CC4-5D6E-409C-BE32-E72D297353CC}">
              <c16:uniqueId val="{00000000-BA4E-4D17-B651-66A07FFB8E86}"/>
            </c:ext>
          </c:extLst>
        </c:ser>
        <c:ser>
          <c:idx val="1"/>
          <c:order val="1"/>
          <c:tx>
            <c:strRef>
              <c:f>Sheet1!$C$1</c:f>
              <c:strCache>
                <c:ptCount val="1"/>
                <c:pt idx="0">
                  <c:v>FDI Investment ($B)</c:v>
                </c:pt>
              </c:strCache>
            </c:strRef>
          </c:tx>
          <c:spPr>
            <a:solidFill>
              <a:srgbClr val="DC7900"/>
            </a:solidFill>
            <a:effectLst/>
          </c:spPr>
          <c:invertIfNegative val="0"/>
          <c:cat>
            <c:strRef>
              <c:f>Sheet1!$A$2:$A$3</c:f>
              <c:strCache>
                <c:ptCount val="2"/>
                <c:pt idx="0">
                  <c:v>2020</c:v>
                </c:pt>
                <c:pt idx="1">
                  <c:v>2024</c:v>
                </c:pt>
              </c:strCache>
            </c:strRef>
          </c:cat>
          <c:val>
            <c:numRef>
              <c:f>Sheet1!$C$2:$C$3</c:f>
              <c:numCache>
                <c:formatCode>General</c:formatCode>
                <c:ptCount val="2"/>
                <c:pt idx="0">
                  <c:v>5.3</c:v>
                </c:pt>
                <c:pt idx="1">
                  <c:v>31</c:v>
                </c:pt>
              </c:numCache>
            </c:numRef>
          </c:val>
          <c:extLst>
            <c:ext xmlns:c16="http://schemas.microsoft.com/office/drawing/2014/chart" uri="{C3380CC4-5D6E-409C-BE32-E72D297353CC}">
              <c16:uniqueId val="{00000001-BA4E-4D17-B651-66A07FFB8E86}"/>
            </c:ext>
          </c:extLst>
        </c:ser>
        <c:dLbls>
          <c:showLegendKey val="0"/>
          <c:showVal val="0"/>
          <c:showCatName val="0"/>
          <c:showSerName val="0"/>
          <c:showPercent val="0"/>
          <c:showBubbleSize val="0"/>
        </c:dLbls>
        <c:gapWidth val="50"/>
        <c:overlap val="-15"/>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A6A6A6"/>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5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8685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hyperlink" Target="https://www.spglobal.com/en/terms-of-use" TargetMode="External"/><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 no subtitle">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1207008"/>
            <a:ext cx="1124712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7" name="Text 1"/>
          <p:cNvSpPr>
            <a:spLocks noGrp="1"/>
          </p:cNvSpPr>
          <p:nvPr>
            <p:ph type="body" idx="105"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8" name="Text 1"/>
          <p:cNvSpPr>
            <a:spLocks noGrp="1"/>
          </p:cNvSpPr>
          <p:nvPr>
            <p:ph type="body" idx="106"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w/Sub-headline">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1124712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9" name="Text 1"/>
          <p:cNvSpPr>
            <a:spLocks noGrp="1"/>
          </p:cNvSpPr>
          <p:nvPr>
            <p:ph type="body" idx="107"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w 2 Line Title and Sub-headline">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82296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two lines max]</a:t>
            </a:r>
            <a:endParaRPr lang="en-US" sz="2400" dirty="0"/>
          </a:p>
        </p:txBody>
      </p:sp>
      <p:sp>
        <p:nvSpPr>
          <p:cNvPr id="6" name="Text 1"/>
          <p:cNvSpPr>
            <a:spLocks noGrp="1"/>
          </p:cNvSpPr>
          <p:nvPr>
            <p:ph type="body" idx="104" hasCustomPrompt="1"/>
          </p:nvPr>
        </p:nvSpPr>
        <p:spPr>
          <a:xfrm>
            <a:off x="475488" y="1271016"/>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591056"/>
            <a:ext cx="11247120" cy="4050792"/>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9" name="Text 1"/>
          <p:cNvSpPr>
            <a:spLocks noGrp="1"/>
          </p:cNvSpPr>
          <p:nvPr>
            <p:ph type="body" idx="107"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521208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left content]</a:t>
            </a:r>
            <a:endParaRPr lang="en-US" sz="1200" dirty="0"/>
          </a:p>
        </p:txBody>
      </p:sp>
      <p:sp>
        <p:nvSpPr>
          <p:cNvPr id="8" name="Text 1"/>
          <p:cNvSpPr>
            <a:spLocks noGrp="1"/>
          </p:cNvSpPr>
          <p:nvPr>
            <p:ph type="body" idx="106" hasCustomPrompt="1"/>
          </p:nvPr>
        </p:nvSpPr>
        <p:spPr>
          <a:xfrm>
            <a:off x="6510528" y="1207008"/>
            <a:ext cx="521208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right content]</a:t>
            </a:r>
            <a:endParaRPr lang="en-US" sz="120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 Subtitle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71016"/>
            <a:ext cx="521208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[Left subtitle]</a:t>
            </a:r>
            <a:endParaRPr lang="en-US" sz="1800" dirty="0"/>
          </a:p>
        </p:txBody>
      </p:sp>
      <p:sp>
        <p:nvSpPr>
          <p:cNvPr id="8" name="Text 1"/>
          <p:cNvSpPr>
            <a:spLocks noGrp="1"/>
          </p:cNvSpPr>
          <p:nvPr>
            <p:ph type="body" idx="106" hasCustomPrompt="1"/>
          </p:nvPr>
        </p:nvSpPr>
        <p:spPr>
          <a:xfrm>
            <a:off x="475488" y="1609344"/>
            <a:ext cx="5212080" cy="402336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left content]</a:t>
            </a:r>
            <a:endParaRPr lang="en-US" sz="1200" dirty="0"/>
          </a:p>
        </p:txBody>
      </p:sp>
      <p:sp>
        <p:nvSpPr>
          <p:cNvPr id="9" name="Text 1"/>
          <p:cNvSpPr>
            <a:spLocks noGrp="1"/>
          </p:cNvSpPr>
          <p:nvPr>
            <p:ph type="body" idx="107" hasCustomPrompt="1"/>
          </p:nvPr>
        </p:nvSpPr>
        <p:spPr>
          <a:xfrm>
            <a:off x="6510528" y="1271016"/>
            <a:ext cx="521208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[Right subtitle]</a:t>
            </a:r>
            <a:endParaRPr lang="en-US" sz="1800" dirty="0"/>
          </a:p>
        </p:txBody>
      </p:sp>
      <p:sp>
        <p:nvSpPr>
          <p:cNvPr id="10" name="Text 1"/>
          <p:cNvSpPr>
            <a:spLocks noGrp="1"/>
          </p:cNvSpPr>
          <p:nvPr>
            <p:ph type="body" idx="108" hasCustomPrompt="1"/>
          </p:nvPr>
        </p:nvSpPr>
        <p:spPr>
          <a:xfrm>
            <a:off x="6510528" y="1609344"/>
            <a:ext cx="5212080" cy="402336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right content]</a:t>
            </a:r>
            <a:endParaRPr lang="en-US" sz="1200" dirty="0"/>
          </a:p>
        </p:txBody>
      </p:sp>
      <p:sp>
        <p:nvSpPr>
          <p:cNvPr id="11" name="Text 1"/>
          <p:cNvSpPr>
            <a:spLocks noGrp="1"/>
          </p:cNvSpPr>
          <p:nvPr>
            <p:ph type="body" idx="109"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2" name="Text 1"/>
          <p:cNvSpPr>
            <a:spLocks noGrp="1"/>
          </p:cNvSpPr>
          <p:nvPr>
            <p:ph type="body" idx="110"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4 Column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2743200"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8" name="Text 1"/>
          <p:cNvSpPr>
            <a:spLocks noGrp="1"/>
          </p:cNvSpPr>
          <p:nvPr>
            <p:ph type="body" idx="106" hasCustomPrompt="1"/>
          </p:nvPr>
        </p:nvSpPr>
        <p:spPr>
          <a:xfrm>
            <a:off x="475488" y="1764792"/>
            <a:ext cx="2743200"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9" name="Text 1"/>
          <p:cNvSpPr>
            <a:spLocks noGrp="1"/>
          </p:cNvSpPr>
          <p:nvPr>
            <p:ph type="body" idx="107" hasCustomPrompt="1"/>
          </p:nvPr>
        </p:nvSpPr>
        <p:spPr>
          <a:xfrm>
            <a:off x="3310128" y="1225296"/>
            <a:ext cx="2743200"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0" name="Text 1"/>
          <p:cNvSpPr>
            <a:spLocks noGrp="1"/>
          </p:cNvSpPr>
          <p:nvPr>
            <p:ph type="body" idx="108" hasCustomPrompt="1"/>
          </p:nvPr>
        </p:nvSpPr>
        <p:spPr>
          <a:xfrm>
            <a:off x="3310128" y="1764792"/>
            <a:ext cx="2743200"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1" name="Text 1"/>
          <p:cNvSpPr>
            <a:spLocks noGrp="1"/>
          </p:cNvSpPr>
          <p:nvPr>
            <p:ph type="body" idx="109" hasCustomPrompt="1"/>
          </p:nvPr>
        </p:nvSpPr>
        <p:spPr>
          <a:xfrm>
            <a:off x="6144768" y="1225296"/>
            <a:ext cx="2743200"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2" name="Text 1"/>
          <p:cNvSpPr>
            <a:spLocks noGrp="1"/>
          </p:cNvSpPr>
          <p:nvPr>
            <p:ph type="body" idx="110" hasCustomPrompt="1"/>
          </p:nvPr>
        </p:nvSpPr>
        <p:spPr>
          <a:xfrm>
            <a:off x="6144768" y="1764792"/>
            <a:ext cx="2743200"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3" name="Text 1"/>
          <p:cNvSpPr>
            <a:spLocks noGrp="1"/>
          </p:cNvSpPr>
          <p:nvPr>
            <p:ph type="body" idx="111" hasCustomPrompt="1"/>
          </p:nvPr>
        </p:nvSpPr>
        <p:spPr>
          <a:xfrm>
            <a:off x="8988552" y="1225296"/>
            <a:ext cx="2743200"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4" name="Text 1"/>
          <p:cNvSpPr>
            <a:spLocks noGrp="1"/>
          </p:cNvSpPr>
          <p:nvPr>
            <p:ph type="body" idx="112" hasCustomPrompt="1"/>
          </p:nvPr>
        </p:nvSpPr>
        <p:spPr>
          <a:xfrm>
            <a:off x="8988552" y="1764792"/>
            <a:ext cx="2743200"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5" name="Text 1"/>
          <p:cNvSpPr>
            <a:spLocks noGrp="1"/>
          </p:cNvSpPr>
          <p:nvPr>
            <p:ph type="body" idx="113"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6" name="Text 1"/>
          <p:cNvSpPr>
            <a:spLocks noGrp="1"/>
          </p:cNvSpPr>
          <p:nvPr>
            <p:ph type="body" idx="114"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5 Column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2221992"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8" name="Text 1"/>
          <p:cNvSpPr>
            <a:spLocks noGrp="1"/>
          </p:cNvSpPr>
          <p:nvPr>
            <p:ph type="body" idx="106" hasCustomPrompt="1"/>
          </p:nvPr>
        </p:nvSpPr>
        <p:spPr>
          <a:xfrm>
            <a:off x="475488" y="1764792"/>
            <a:ext cx="2221992"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9" name="Text 1"/>
          <p:cNvSpPr>
            <a:spLocks noGrp="1"/>
          </p:cNvSpPr>
          <p:nvPr>
            <p:ph type="body" idx="107" hasCustomPrompt="1"/>
          </p:nvPr>
        </p:nvSpPr>
        <p:spPr>
          <a:xfrm>
            <a:off x="2734056" y="1225296"/>
            <a:ext cx="2221992"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0" name="Text 1"/>
          <p:cNvSpPr>
            <a:spLocks noGrp="1"/>
          </p:cNvSpPr>
          <p:nvPr>
            <p:ph type="body" idx="108" hasCustomPrompt="1"/>
          </p:nvPr>
        </p:nvSpPr>
        <p:spPr>
          <a:xfrm>
            <a:off x="2734056" y="1764792"/>
            <a:ext cx="2221992"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1" name="Text 1"/>
          <p:cNvSpPr>
            <a:spLocks noGrp="1"/>
          </p:cNvSpPr>
          <p:nvPr>
            <p:ph type="body" idx="109" hasCustomPrompt="1"/>
          </p:nvPr>
        </p:nvSpPr>
        <p:spPr>
          <a:xfrm>
            <a:off x="4992624" y="1225296"/>
            <a:ext cx="2221992"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2" name="Text 1"/>
          <p:cNvSpPr>
            <a:spLocks noGrp="1"/>
          </p:cNvSpPr>
          <p:nvPr>
            <p:ph type="body" idx="110" hasCustomPrompt="1"/>
          </p:nvPr>
        </p:nvSpPr>
        <p:spPr>
          <a:xfrm>
            <a:off x="4992624" y="1764792"/>
            <a:ext cx="2221992"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3" name="Text 1"/>
          <p:cNvSpPr>
            <a:spLocks noGrp="1"/>
          </p:cNvSpPr>
          <p:nvPr>
            <p:ph type="body" idx="111" hasCustomPrompt="1"/>
          </p:nvPr>
        </p:nvSpPr>
        <p:spPr>
          <a:xfrm>
            <a:off x="7251192" y="1225296"/>
            <a:ext cx="2221992"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4" name="Text 1"/>
          <p:cNvSpPr>
            <a:spLocks noGrp="1"/>
          </p:cNvSpPr>
          <p:nvPr>
            <p:ph type="body" idx="112" hasCustomPrompt="1"/>
          </p:nvPr>
        </p:nvSpPr>
        <p:spPr>
          <a:xfrm>
            <a:off x="7251192" y="1764792"/>
            <a:ext cx="2221992"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5" name="Text 1"/>
          <p:cNvSpPr>
            <a:spLocks noGrp="1"/>
          </p:cNvSpPr>
          <p:nvPr>
            <p:ph type="body" idx="113" hasCustomPrompt="1"/>
          </p:nvPr>
        </p:nvSpPr>
        <p:spPr>
          <a:xfrm>
            <a:off x="9509760" y="1225296"/>
            <a:ext cx="2221992" cy="5852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[subtitle5]</a:t>
            </a:r>
            <a:endParaRPr lang="en-US" sz="1600" dirty="0"/>
          </a:p>
        </p:txBody>
      </p:sp>
      <p:sp>
        <p:nvSpPr>
          <p:cNvPr id="16" name="Text 1"/>
          <p:cNvSpPr>
            <a:spLocks noGrp="1"/>
          </p:cNvSpPr>
          <p:nvPr>
            <p:ph type="body" idx="114" hasCustomPrompt="1"/>
          </p:nvPr>
        </p:nvSpPr>
        <p:spPr>
          <a:xfrm>
            <a:off x="9509760" y="1764792"/>
            <a:ext cx="2221992" cy="38862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[content5]</a:t>
            </a:r>
            <a:endParaRPr lang="en-US" sz="1200" dirty="0"/>
          </a:p>
        </p:txBody>
      </p:sp>
      <p:sp>
        <p:nvSpPr>
          <p:cNvPr id="17" name="Text 1"/>
          <p:cNvSpPr>
            <a:spLocks noGrp="1"/>
          </p:cNvSpPr>
          <p:nvPr>
            <p:ph type="body" idx="115"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8" name="Text 1"/>
          <p:cNvSpPr>
            <a:spLocks noGrp="1"/>
          </p:cNvSpPr>
          <p:nvPr>
            <p:ph type="body" idx="116"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Sidebar">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740664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8302752" y="1225296"/>
            <a:ext cx="3419856" cy="4434840"/>
          </a:xfrm>
          <a:prstGeom prst="rect">
            <a:avLst/>
          </a:prstGeom>
          <a:noFill/>
          <a:ln/>
        </p:spPr>
        <p:txBody>
          <a:bodyPr wrap="square" rtlCol="0"/>
          <a:lstStyle>
            <a:lvl1pPr marL="0" indent="0" algn="l">
              <a:spcAft>
                <a:spcPts val="600"/>
              </a:spcAft>
              <a:buNone/>
              <a:defRPr lang="en-US" sz="16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8" name="Text 1"/>
          <p:cNvSpPr>
            <a:spLocks noGrp="1"/>
          </p:cNvSpPr>
          <p:nvPr>
            <p:ph type="body" idx="106"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body" idx="103"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 Image/Ico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099048" y="0"/>
            <a:ext cx="6099048" cy="6858000"/>
          </a:xfrm>
          <a:prstGeom prst="rect">
            <a:avLst/>
          </a:prstGeom>
          <a:solidFill>
            <a:srgbClr val="C7DAE0"/>
          </a:solidFill>
          <a:ln w="12700">
            <a:solidFill>
              <a:srgbClr val="C7DAE0"/>
            </a:solidFill>
            <a:prstDash val="solid"/>
          </a:ln>
        </p:spPr>
      </p:sp>
      <p:sp>
        <p:nvSpPr>
          <p:cNvPr id="3" name="Text 1"/>
          <p:cNvSpPr>
            <a:spLocks noGrp="1"/>
          </p:cNvSpPr>
          <p:nvPr>
            <p:ph idx="101" hasCustomPrompt="1"/>
          </p:nvPr>
        </p:nvSpPr>
        <p:spPr>
          <a:xfrm>
            <a:off x="6611112" y="649224"/>
            <a:ext cx="5029200" cy="5559552"/>
          </a:xfrm>
          <a:prstGeom prst="rect">
            <a:avLst/>
          </a:prstGeom>
          <a:noFill/>
          <a:ln/>
        </p:spPr>
        <p:txBody>
          <a:bodyPr wrap="square" rtlCol="0"/>
          <a:lstStyle>
            <a:lvl1pPr marL="0" indent="0">
              <a:buNone/>
              <a:defRPr lang="en-US" dirty="0"/>
            </a:lvl1pPr>
          </a:lstStyle>
          <a:p>
            <a:pPr marL="0" indent="0">
              <a:buNone/>
            </a:pPr>
            <a:endParaRPr lang="en-US" dirty="0"/>
          </a:p>
        </p:txBody>
      </p:sp>
      <p:pic>
        <p:nvPicPr>
          <p:cNvPr id="4"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5" name="Text 1"/>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6" name="Text 2"/>
          <p:cNvSpPr>
            <a:spLocks noGrp="1"/>
          </p:cNvSpPr>
          <p:nvPr>
            <p:ph idx="104"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7" name="Text 2"/>
          <p:cNvSpPr>
            <a:spLocks noGrp="1"/>
          </p:cNvSpPr>
          <p:nvPr>
            <p:ph type="title" idx="105" hasCustomPrompt="1"/>
          </p:nvPr>
        </p:nvSpPr>
        <p:spPr>
          <a:xfrm>
            <a:off x="475488" y="292608"/>
            <a:ext cx="5303520" cy="54864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8" name="Text 2"/>
          <p:cNvSpPr>
            <a:spLocks noGrp="1"/>
          </p:cNvSpPr>
          <p:nvPr>
            <p:ph type="body" idx="106" hasCustomPrompt="1"/>
          </p:nvPr>
        </p:nvSpPr>
        <p:spPr>
          <a:xfrm>
            <a:off x="475488" y="896112"/>
            <a:ext cx="53035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9" name="Text 2"/>
          <p:cNvSpPr>
            <a:spLocks noGrp="1"/>
          </p:cNvSpPr>
          <p:nvPr>
            <p:ph type="body" idx="107" hasCustomPrompt="1"/>
          </p:nvPr>
        </p:nvSpPr>
        <p:spPr>
          <a:xfrm>
            <a:off x="475488" y="1225296"/>
            <a:ext cx="530352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2"/>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2"/>
          <p:cNvSpPr>
            <a:spLocks noGrp="1"/>
          </p:cNvSpPr>
          <p:nvPr>
            <p:ph type="body" idx="109" hasCustomPrompt="1"/>
          </p:nvPr>
        </p:nvSpPr>
        <p:spPr>
          <a:xfrm>
            <a:off x="475488" y="5733288"/>
            <a:ext cx="53035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 Photo Whit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6611112" y="0"/>
            <a:ext cx="5577840" cy="6858000"/>
          </a:xfrm>
          <a:prstGeom prst="rect">
            <a:avLst/>
          </a:prstGeom>
          <a:noFill/>
          <a:ln/>
        </p:spPr>
        <p:txBody>
          <a:bodyPr wrap="square" rtlCol="0"/>
          <a:lstStyle>
            <a:lvl1pPr marL="0" indent="0">
              <a:buNone/>
              <a:defRPr lang="en-US" dirty="0"/>
            </a:lvl1pPr>
          </a:lstStyle>
          <a:p>
            <a:pPr marL="0" indent="0">
              <a:buNone/>
            </a:pPr>
            <a:endParaRPr lang="en-US" dirty="0"/>
          </a:p>
        </p:txBody>
      </p:sp>
      <p:pic>
        <p:nvPicPr>
          <p:cNvPr id="3"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5" name="Text 1"/>
          <p:cNvSpPr>
            <a:spLocks noGrp="1"/>
          </p:cNvSpPr>
          <p:nvPr>
            <p:ph idx="103"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6" name="Text 1"/>
          <p:cNvSpPr>
            <a:spLocks noGrp="1"/>
          </p:cNvSpPr>
          <p:nvPr>
            <p:ph type="title" idx="104" hasCustomPrompt="1"/>
          </p:nvPr>
        </p:nvSpPr>
        <p:spPr>
          <a:xfrm>
            <a:off x="475488" y="292608"/>
            <a:ext cx="5303520" cy="54864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7" name="Text 1"/>
          <p:cNvSpPr>
            <a:spLocks noGrp="1"/>
          </p:cNvSpPr>
          <p:nvPr>
            <p:ph type="body" idx="105" hasCustomPrompt="1"/>
          </p:nvPr>
        </p:nvSpPr>
        <p:spPr>
          <a:xfrm>
            <a:off x="475488" y="896112"/>
            <a:ext cx="53035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8" name="Text 1"/>
          <p:cNvSpPr>
            <a:spLocks noGrp="1"/>
          </p:cNvSpPr>
          <p:nvPr>
            <p:ph type="body" idx="106" hasCustomPrompt="1"/>
          </p:nvPr>
        </p:nvSpPr>
        <p:spPr>
          <a:xfrm>
            <a:off x="475488" y="1225296"/>
            <a:ext cx="530352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53035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 Photo Black">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6611112" y="0"/>
            <a:ext cx="5577840" cy="6858000"/>
          </a:xfrm>
          <a:prstGeom prst="rect">
            <a:avLst/>
          </a:prstGeom>
          <a:noFill/>
          <a:ln/>
        </p:spPr>
        <p:txBody>
          <a:bodyPr wrap="square" rtlCol="0"/>
          <a:lstStyle>
            <a:lvl1pPr marL="0" indent="0">
              <a:buNone/>
              <a:defRPr lang="en-US" dirty="0"/>
            </a:lvl1pPr>
          </a:lstStyle>
          <a:p>
            <a:pPr marL="0" indent="0">
              <a:buNone/>
            </a:pPr>
            <a:endParaRPr lang="en-US" dirty="0"/>
          </a:p>
        </p:txBody>
      </p:sp>
      <p:pic>
        <p:nvPicPr>
          <p:cNvPr id="3" name="Image 0" descr="https://snp-mediaportal.qbank.se/assets/deployedFiles/4ebf46970dd30ed73bbae53c35377a40.png"/>
          <p:cNvPicPr>
            <a:picLocks noChangeAspect="1"/>
          </p:cNvPicPr>
          <p:nvPr/>
        </p:nvPicPr>
        <p:blipFill>
          <a:blip r:embed="rId2"/>
          <a:stretch>
            <a:fillRect/>
          </a:stretch>
        </p:blipFill>
        <p:spPr>
          <a:xfrm>
            <a:off x="557784" y="6400800"/>
            <a:ext cx="758952" cy="365760"/>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5" name="Text 1"/>
          <p:cNvSpPr>
            <a:spLocks noGrp="1"/>
          </p:cNvSpPr>
          <p:nvPr>
            <p:ph idx="103"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6" name="Text 1"/>
          <p:cNvSpPr>
            <a:spLocks noGrp="1"/>
          </p:cNvSpPr>
          <p:nvPr>
            <p:ph type="title" idx="104" hasCustomPrompt="1"/>
          </p:nvPr>
        </p:nvSpPr>
        <p:spPr>
          <a:xfrm>
            <a:off x="475488" y="292608"/>
            <a:ext cx="5303520" cy="548640"/>
          </a:xfrm>
          <a:prstGeom prst="rect">
            <a:avLst/>
          </a:prstGeom>
          <a:noFill/>
          <a:ln/>
        </p:spPr>
        <p:txBody>
          <a:bodyPr wrap="square" rtlCol="0"/>
          <a:lstStyle>
            <a:lvl1pPr marL="0" indent="0" algn="l">
              <a:buNone/>
              <a:defRPr lang="en-US" sz="2400" dirty="0">
                <a:solidFill>
                  <a:srgbClr val="FFFFFF"/>
                </a:solidFill>
                <a:latin typeface="Arial" pitchFamily="34" charset="0"/>
                <a:ea typeface="Arial" pitchFamily="34" charset="-122"/>
                <a:cs typeface="Arial" pitchFamily="34" charset="-120"/>
              </a:defRPr>
            </a:lvl1pPr>
          </a:lstStyle>
          <a:p>
            <a:pPr marL="0" indent="0" algn="l">
              <a:buNone/>
            </a:pPr>
            <a:r>
              <a:rPr lang="en-US" sz="2400" dirty="0">
                <a:solidFill>
                  <a:srgbClr val="FFFFFF"/>
                </a:solidFill>
                <a:latin typeface="Arial" pitchFamily="34" charset="0"/>
                <a:ea typeface="Arial" pitchFamily="34" charset="-122"/>
                <a:cs typeface="Arial" pitchFamily="34" charset="-120"/>
              </a:rPr>
              <a:t>[Headline - one line max]</a:t>
            </a:r>
            <a:endParaRPr lang="en-US" sz="2400" dirty="0"/>
          </a:p>
        </p:txBody>
      </p:sp>
      <p:sp>
        <p:nvSpPr>
          <p:cNvPr id="7" name="Text 1"/>
          <p:cNvSpPr>
            <a:spLocks noGrp="1"/>
          </p:cNvSpPr>
          <p:nvPr>
            <p:ph type="body" idx="105" hasCustomPrompt="1"/>
          </p:nvPr>
        </p:nvSpPr>
        <p:spPr>
          <a:xfrm>
            <a:off x="475488" y="896112"/>
            <a:ext cx="5303520" cy="283464"/>
          </a:xfrm>
          <a:prstGeom prst="rect">
            <a:avLst/>
          </a:prstGeom>
          <a:noFill/>
          <a:ln/>
        </p:spPr>
        <p:txBody>
          <a:bodyPr wrap="square" rtlCol="0"/>
          <a:lstStyle>
            <a:lvl1pPr marL="0" indent="0" algn="l">
              <a:buNone/>
              <a:defRPr lang="en-US" sz="1800" dirty="0">
                <a:solidFill>
                  <a:srgbClr val="FFFFFF"/>
                </a:solidFill>
                <a:latin typeface="Arial" pitchFamily="34" charset="0"/>
                <a:ea typeface="Arial" pitchFamily="34" charset="-122"/>
                <a:cs typeface="Arial" pitchFamily="34" charset="-120"/>
              </a:defRPr>
            </a:lvl1pPr>
          </a:lstStyle>
          <a:p>
            <a:pPr marL="0" indent="0" algn="l">
              <a:buNone/>
            </a:pPr>
            <a:r>
              <a:rPr lang="en-US" sz="1800" dirty="0">
                <a:solidFill>
                  <a:srgbClr val="FFFFFF"/>
                </a:solidFill>
                <a:latin typeface="Arial" pitchFamily="34" charset="0"/>
                <a:ea typeface="Arial" pitchFamily="34" charset="-122"/>
                <a:cs typeface="Arial" pitchFamily="34" charset="-120"/>
              </a:rPr>
              <a:t>[Subheadline - one line max]</a:t>
            </a:r>
            <a:endParaRPr lang="en-US" sz="1800" dirty="0"/>
          </a:p>
        </p:txBody>
      </p:sp>
      <p:sp>
        <p:nvSpPr>
          <p:cNvPr id="8" name="Text 1"/>
          <p:cNvSpPr>
            <a:spLocks noGrp="1"/>
          </p:cNvSpPr>
          <p:nvPr>
            <p:ph type="body" idx="106" hasCustomPrompt="1"/>
          </p:nvPr>
        </p:nvSpPr>
        <p:spPr>
          <a:xfrm>
            <a:off x="475488" y="1225296"/>
            <a:ext cx="5303520" cy="4434840"/>
          </a:xfrm>
          <a:prstGeom prst="rect">
            <a:avLst/>
          </a:prstGeom>
          <a:noFill/>
          <a:ln/>
        </p:spPr>
        <p:txBody>
          <a:bodyPr wrap="square" rtlCol="0"/>
          <a:lstStyle>
            <a:lvl1pPr marL="0" indent="0" algn="l">
              <a:spcAft>
                <a:spcPts val="600"/>
              </a:spcAft>
              <a:buNone/>
              <a:defRPr lang="en-US" sz="1200" dirty="0">
                <a:solidFill>
                  <a:srgbClr val="FFFFFF"/>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FFFFFF"/>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FFFFFF"/>
                </a:solidFill>
                <a:latin typeface="Arial" pitchFamily="34" charset="0"/>
                <a:ea typeface="Arial" pitchFamily="34" charset="-122"/>
                <a:cs typeface="Arial" pitchFamily="34" charset="-120"/>
              </a:defRPr>
            </a:lvl1pPr>
          </a:lstStyle>
          <a:p>
            <a:pPr marL="0" indent="0" algn="r">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5303520" cy="530352"/>
          </a:xfrm>
          <a:prstGeom prst="rect">
            <a:avLst/>
          </a:prstGeom>
          <a:noFill/>
          <a:ln/>
        </p:spPr>
        <p:txBody>
          <a:bodyPr wrap="square" rtlCol="0"/>
          <a:lstStyle>
            <a:lvl1pPr marL="0" indent="0" algn="l">
              <a:buNone/>
              <a:defRPr lang="en-US" sz="700" dirty="0">
                <a:solidFill>
                  <a:srgbClr val="FFFFFF"/>
                </a:solidFill>
                <a:latin typeface="Arial" pitchFamily="34" charset="0"/>
                <a:ea typeface="Arial" pitchFamily="34" charset="-122"/>
                <a:cs typeface="Arial" pitchFamily="34" charset="-120"/>
              </a:defRPr>
            </a:lvl1pPr>
          </a:lstStyle>
          <a:p>
            <a:pPr marL="0" indent="0" algn="l">
              <a:buNone/>
            </a:pPr>
            <a:r>
              <a:rPr lang="en-US" sz="700" dirty="0">
                <a:solidFill>
                  <a:srgbClr val="FFFFFF"/>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 Photo Blu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611112" cy="6858000"/>
          </a:xfrm>
          <a:prstGeom prst="rect">
            <a:avLst/>
          </a:prstGeom>
          <a:solidFill>
            <a:srgbClr val="C7DAE0"/>
          </a:solidFill>
          <a:ln w="12700">
            <a:solidFill>
              <a:srgbClr val="C7DAE0"/>
            </a:solidFill>
            <a:prstDash val="solid"/>
          </a:ln>
        </p:spPr>
      </p:sp>
      <p:sp>
        <p:nvSpPr>
          <p:cNvPr id="3" name="Text 1"/>
          <p:cNvSpPr>
            <a:spLocks noGrp="1"/>
          </p:cNvSpPr>
          <p:nvPr>
            <p:ph idx="101" hasCustomPrompt="1"/>
          </p:nvPr>
        </p:nvSpPr>
        <p:spPr>
          <a:xfrm>
            <a:off x="6611112" y="0"/>
            <a:ext cx="5577840" cy="6858000"/>
          </a:xfrm>
          <a:prstGeom prst="rect">
            <a:avLst/>
          </a:prstGeom>
          <a:noFill/>
          <a:ln/>
        </p:spPr>
        <p:txBody>
          <a:bodyPr wrap="square" rtlCol="0"/>
          <a:lstStyle>
            <a:lvl1pPr marL="0" indent="0">
              <a:buNone/>
              <a:defRPr lang="en-US" dirty="0"/>
            </a:lvl1pPr>
          </a:lstStyle>
          <a:p>
            <a:pPr marL="0" indent="0">
              <a:buNone/>
            </a:pPr>
            <a:endParaRPr lang="en-US" dirty="0"/>
          </a:p>
        </p:txBody>
      </p:sp>
      <p:pic>
        <p:nvPicPr>
          <p:cNvPr id="4" name="Image 0" descr="https://snp-mediaportal.qbank.se/assets/deployedFiles/b7dd9418a4c2f881e9fc5ffb942fbcd4.png"/>
          <p:cNvPicPr>
            <a:picLocks noChangeAspect="1"/>
          </p:cNvPicPr>
          <p:nvPr/>
        </p:nvPicPr>
        <p:blipFill>
          <a:blip r:embed="rId2"/>
          <a:stretch>
            <a:fillRect/>
          </a:stretch>
        </p:blipFill>
        <p:spPr>
          <a:xfrm>
            <a:off x="557784" y="6400800"/>
            <a:ext cx="758952" cy="365760"/>
          </a:xfrm>
          <a:prstGeom prst="rect">
            <a:avLst/>
          </a:prstGeom>
        </p:spPr>
      </p:pic>
      <p:sp>
        <p:nvSpPr>
          <p:cNvPr id="5" name="Text 1"/>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6" name="Text 2"/>
          <p:cNvSpPr>
            <a:spLocks noGrp="1"/>
          </p:cNvSpPr>
          <p:nvPr>
            <p:ph idx="104"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7" name="Text 2"/>
          <p:cNvSpPr>
            <a:spLocks noGrp="1"/>
          </p:cNvSpPr>
          <p:nvPr>
            <p:ph type="title" idx="105" hasCustomPrompt="1"/>
          </p:nvPr>
        </p:nvSpPr>
        <p:spPr>
          <a:xfrm>
            <a:off x="475488" y="292608"/>
            <a:ext cx="5303520" cy="54864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8" name="Text 2"/>
          <p:cNvSpPr>
            <a:spLocks noGrp="1"/>
          </p:cNvSpPr>
          <p:nvPr>
            <p:ph type="body" idx="106" hasCustomPrompt="1"/>
          </p:nvPr>
        </p:nvSpPr>
        <p:spPr>
          <a:xfrm>
            <a:off x="475488" y="896112"/>
            <a:ext cx="53035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9" name="Text 2"/>
          <p:cNvSpPr>
            <a:spLocks noGrp="1"/>
          </p:cNvSpPr>
          <p:nvPr>
            <p:ph type="body" idx="107" hasCustomPrompt="1"/>
          </p:nvPr>
        </p:nvSpPr>
        <p:spPr>
          <a:xfrm>
            <a:off x="475488" y="1225296"/>
            <a:ext cx="530352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2"/>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FFFFFF"/>
                </a:solidFill>
                <a:latin typeface="Arial" pitchFamily="34" charset="0"/>
                <a:ea typeface="Arial" pitchFamily="34" charset="-122"/>
                <a:cs typeface="Arial" pitchFamily="34" charset="-120"/>
              </a:defRPr>
            </a:lvl1pPr>
          </a:lstStyle>
          <a:p>
            <a:pPr marL="0" indent="0" algn="r">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2"/>
          <p:cNvSpPr>
            <a:spLocks noGrp="1"/>
          </p:cNvSpPr>
          <p:nvPr>
            <p:ph type="body" idx="109" hasCustomPrompt="1"/>
          </p:nvPr>
        </p:nvSpPr>
        <p:spPr>
          <a:xfrm>
            <a:off x="475488" y="5733288"/>
            <a:ext cx="53035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ICONS</a:t>
            </a:r>
            <a:endParaRPr lang="en-US" sz="140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cons 3 Columns Vertical">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idx="105" hasCustomPrompt="1"/>
          </p:nvPr>
        </p:nvSpPr>
        <p:spPr>
          <a:xfrm>
            <a:off x="557784" y="1261872"/>
            <a:ext cx="1161288" cy="1161288"/>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1"/>
          <p:cNvSpPr>
            <a:spLocks noGrp="1"/>
          </p:cNvSpPr>
          <p:nvPr>
            <p:ph type="body" idx="106" hasCustomPrompt="1"/>
          </p:nvPr>
        </p:nvSpPr>
        <p:spPr>
          <a:xfrm>
            <a:off x="466344" y="2578608"/>
            <a:ext cx="3474720" cy="384048"/>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a:spLocks noGrp="1"/>
          </p:cNvSpPr>
          <p:nvPr>
            <p:ph type="body" idx="107" hasCustomPrompt="1"/>
          </p:nvPr>
        </p:nvSpPr>
        <p:spPr>
          <a:xfrm>
            <a:off x="466344" y="3118104"/>
            <a:ext cx="3474720" cy="25146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a:spLocks noGrp="1"/>
          </p:cNvSpPr>
          <p:nvPr>
            <p:ph idx="108" hasCustomPrompt="1"/>
          </p:nvPr>
        </p:nvSpPr>
        <p:spPr>
          <a:xfrm>
            <a:off x="4407408" y="1261872"/>
            <a:ext cx="1161288" cy="1161288"/>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1" name="Text 1"/>
          <p:cNvSpPr>
            <a:spLocks noGrp="1"/>
          </p:cNvSpPr>
          <p:nvPr>
            <p:ph type="body" idx="109" hasCustomPrompt="1"/>
          </p:nvPr>
        </p:nvSpPr>
        <p:spPr>
          <a:xfrm>
            <a:off x="4315968" y="2578608"/>
            <a:ext cx="3474720" cy="384048"/>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a:spLocks noGrp="1"/>
          </p:cNvSpPr>
          <p:nvPr>
            <p:ph type="body" idx="110" hasCustomPrompt="1"/>
          </p:nvPr>
        </p:nvSpPr>
        <p:spPr>
          <a:xfrm>
            <a:off x="4315968" y="3118104"/>
            <a:ext cx="3474720" cy="25146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a:spLocks noGrp="1"/>
          </p:cNvSpPr>
          <p:nvPr>
            <p:ph idx="111" hasCustomPrompt="1"/>
          </p:nvPr>
        </p:nvSpPr>
        <p:spPr>
          <a:xfrm>
            <a:off x="8257032" y="1261872"/>
            <a:ext cx="1161288" cy="1161288"/>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4" name="Text 1"/>
          <p:cNvSpPr>
            <a:spLocks noGrp="1"/>
          </p:cNvSpPr>
          <p:nvPr>
            <p:ph type="body" idx="112" hasCustomPrompt="1"/>
          </p:nvPr>
        </p:nvSpPr>
        <p:spPr>
          <a:xfrm>
            <a:off x="8165592" y="2578608"/>
            <a:ext cx="3474720" cy="384048"/>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a:spLocks noGrp="1"/>
          </p:cNvSpPr>
          <p:nvPr>
            <p:ph type="body" idx="113" hasCustomPrompt="1"/>
          </p:nvPr>
        </p:nvSpPr>
        <p:spPr>
          <a:xfrm>
            <a:off x="8165592" y="3118104"/>
            <a:ext cx="3474720" cy="251460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a:spLocks noGrp="1"/>
          </p:cNvSpPr>
          <p:nvPr>
            <p:ph type="body" idx="114"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7" name="Text 1"/>
          <p:cNvSpPr>
            <a:spLocks noGrp="1"/>
          </p:cNvSpPr>
          <p:nvPr>
            <p:ph type="body" idx="115"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cons 3 Columns Horizontal">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idx="105" hasCustomPrompt="1"/>
          </p:nvPr>
        </p:nvSpPr>
        <p:spPr>
          <a:xfrm>
            <a:off x="566928" y="1261872"/>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1"/>
          <p:cNvSpPr>
            <a:spLocks noGrp="1"/>
          </p:cNvSpPr>
          <p:nvPr>
            <p:ph type="body" idx="106" hasCustomPrompt="1"/>
          </p:nvPr>
        </p:nvSpPr>
        <p:spPr>
          <a:xfrm>
            <a:off x="1691640" y="1271016"/>
            <a:ext cx="9966960"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a:spLocks noGrp="1"/>
          </p:cNvSpPr>
          <p:nvPr>
            <p:ph type="body" idx="107" hasCustomPrompt="1"/>
          </p:nvPr>
        </p:nvSpPr>
        <p:spPr>
          <a:xfrm>
            <a:off x="1691640" y="1536192"/>
            <a:ext cx="9966960"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a:spLocks noGrp="1"/>
          </p:cNvSpPr>
          <p:nvPr>
            <p:ph idx="108" hasCustomPrompt="1"/>
          </p:nvPr>
        </p:nvSpPr>
        <p:spPr>
          <a:xfrm>
            <a:off x="566928" y="2715768"/>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1" name="Text 1"/>
          <p:cNvSpPr>
            <a:spLocks noGrp="1"/>
          </p:cNvSpPr>
          <p:nvPr>
            <p:ph type="body" idx="109" hasCustomPrompt="1"/>
          </p:nvPr>
        </p:nvSpPr>
        <p:spPr>
          <a:xfrm>
            <a:off x="1700784" y="2715768"/>
            <a:ext cx="9966960"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a:spLocks noGrp="1"/>
          </p:cNvSpPr>
          <p:nvPr>
            <p:ph type="body" idx="110" hasCustomPrompt="1"/>
          </p:nvPr>
        </p:nvSpPr>
        <p:spPr>
          <a:xfrm>
            <a:off x="1700784" y="2999232"/>
            <a:ext cx="9966960"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a:spLocks noGrp="1"/>
          </p:cNvSpPr>
          <p:nvPr>
            <p:ph idx="111" hasCustomPrompt="1"/>
          </p:nvPr>
        </p:nvSpPr>
        <p:spPr>
          <a:xfrm>
            <a:off x="566928" y="4160520"/>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4" name="Text 1"/>
          <p:cNvSpPr>
            <a:spLocks noGrp="1"/>
          </p:cNvSpPr>
          <p:nvPr>
            <p:ph type="body" idx="112" hasCustomPrompt="1"/>
          </p:nvPr>
        </p:nvSpPr>
        <p:spPr>
          <a:xfrm>
            <a:off x="1700784" y="4160520"/>
            <a:ext cx="9966960"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a:spLocks noGrp="1"/>
          </p:cNvSpPr>
          <p:nvPr>
            <p:ph type="body" idx="113" hasCustomPrompt="1"/>
          </p:nvPr>
        </p:nvSpPr>
        <p:spPr>
          <a:xfrm>
            <a:off x="1700784" y="4434840"/>
            <a:ext cx="9966960"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a:spLocks noGrp="1"/>
          </p:cNvSpPr>
          <p:nvPr>
            <p:ph type="body" idx="114"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7" name="Text 1"/>
          <p:cNvSpPr>
            <a:spLocks noGrp="1"/>
          </p:cNvSpPr>
          <p:nvPr>
            <p:ph type="body" idx="115"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cons 4 Columns + Content">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521208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8" name="Text 1"/>
          <p:cNvSpPr>
            <a:spLocks noGrp="1"/>
          </p:cNvSpPr>
          <p:nvPr>
            <p:ph idx="106" hasCustomPrompt="1"/>
          </p:nvPr>
        </p:nvSpPr>
        <p:spPr>
          <a:xfrm>
            <a:off x="6620256" y="1261872"/>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9" name="Text 1"/>
          <p:cNvSpPr>
            <a:spLocks noGrp="1"/>
          </p:cNvSpPr>
          <p:nvPr>
            <p:ph type="body" idx="107" hasCustomPrompt="1"/>
          </p:nvPr>
        </p:nvSpPr>
        <p:spPr>
          <a:xfrm>
            <a:off x="7397496" y="1225296"/>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10" name="Text 1"/>
          <p:cNvSpPr>
            <a:spLocks noGrp="1"/>
          </p:cNvSpPr>
          <p:nvPr>
            <p:ph type="body" idx="108" hasCustomPrompt="1"/>
          </p:nvPr>
        </p:nvSpPr>
        <p:spPr>
          <a:xfrm>
            <a:off x="7397496" y="1563624"/>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1" name="Text 1"/>
          <p:cNvSpPr>
            <a:spLocks noGrp="1"/>
          </p:cNvSpPr>
          <p:nvPr>
            <p:ph idx="109" hasCustomPrompt="1"/>
          </p:nvPr>
        </p:nvSpPr>
        <p:spPr>
          <a:xfrm>
            <a:off x="6620256" y="2487168"/>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2" name="Text 1"/>
          <p:cNvSpPr>
            <a:spLocks noGrp="1"/>
          </p:cNvSpPr>
          <p:nvPr>
            <p:ph type="body" idx="110" hasCustomPrompt="1"/>
          </p:nvPr>
        </p:nvSpPr>
        <p:spPr>
          <a:xfrm>
            <a:off x="7397496" y="2441448"/>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3" name="Text 1"/>
          <p:cNvSpPr>
            <a:spLocks noGrp="1"/>
          </p:cNvSpPr>
          <p:nvPr>
            <p:ph type="body" idx="111" hasCustomPrompt="1"/>
          </p:nvPr>
        </p:nvSpPr>
        <p:spPr>
          <a:xfrm>
            <a:off x="7397496" y="2779776"/>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4" name="Text 1"/>
          <p:cNvSpPr>
            <a:spLocks noGrp="1"/>
          </p:cNvSpPr>
          <p:nvPr>
            <p:ph idx="112" hasCustomPrompt="1"/>
          </p:nvPr>
        </p:nvSpPr>
        <p:spPr>
          <a:xfrm>
            <a:off x="6620256" y="3712464"/>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5" name="Text 1"/>
          <p:cNvSpPr>
            <a:spLocks noGrp="1"/>
          </p:cNvSpPr>
          <p:nvPr>
            <p:ph type="body" idx="113" hasCustomPrompt="1"/>
          </p:nvPr>
        </p:nvSpPr>
        <p:spPr>
          <a:xfrm>
            <a:off x="7397496" y="3666744"/>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6" name="Text 1"/>
          <p:cNvSpPr>
            <a:spLocks noGrp="1"/>
          </p:cNvSpPr>
          <p:nvPr>
            <p:ph type="body" idx="114" hasCustomPrompt="1"/>
          </p:nvPr>
        </p:nvSpPr>
        <p:spPr>
          <a:xfrm>
            <a:off x="7397496" y="4005072"/>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7" name="Text 1"/>
          <p:cNvSpPr>
            <a:spLocks noGrp="1"/>
          </p:cNvSpPr>
          <p:nvPr>
            <p:ph idx="115" hasCustomPrompt="1"/>
          </p:nvPr>
        </p:nvSpPr>
        <p:spPr>
          <a:xfrm>
            <a:off x="6620256" y="4928616"/>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8" name="Text 1"/>
          <p:cNvSpPr>
            <a:spLocks noGrp="1"/>
          </p:cNvSpPr>
          <p:nvPr>
            <p:ph type="body" idx="116" hasCustomPrompt="1"/>
          </p:nvPr>
        </p:nvSpPr>
        <p:spPr>
          <a:xfrm>
            <a:off x="7397496" y="4882896"/>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9" name="Text 1"/>
          <p:cNvSpPr>
            <a:spLocks noGrp="1"/>
          </p:cNvSpPr>
          <p:nvPr>
            <p:ph type="body" idx="117" hasCustomPrompt="1"/>
          </p:nvPr>
        </p:nvSpPr>
        <p:spPr>
          <a:xfrm>
            <a:off x="7397496" y="5221224"/>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20" name="Text 1"/>
          <p:cNvSpPr>
            <a:spLocks noGrp="1"/>
          </p:cNvSpPr>
          <p:nvPr>
            <p:ph type="body" idx="11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1" name="Text 1"/>
          <p:cNvSpPr>
            <a:spLocks noGrp="1"/>
          </p:cNvSpPr>
          <p:nvPr>
            <p:ph type="body" idx="119"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cons 4 Columns + Content Blu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099048" y="0"/>
            <a:ext cx="6099048" cy="6858000"/>
          </a:xfrm>
          <a:prstGeom prst="rect">
            <a:avLst/>
          </a:prstGeom>
          <a:solidFill>
            <a:srgbClr val="C7DAE0"/>
          </a:solidFill>
          <a:ln/>
        </p:spPr>
      </p:sp>
      <p:pic>
        <p:nvPicPr>
          <p:cNvPr id="3"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4" name="Text 1"/>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5" name="Text 2"/>
          <p:cNvSpPr>
            <a:spLocks noGrp="1"/>
          </p:cNvSpPr>
          <p:nvPr>
            <p:ph idx="103"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6" name="Text 2"/>
          <p:cNvSpPr>
            <a:spLocks noGrp="1"/>
          </p:cNvSpPr>
          <p:nvPr>
            <p:ph type="title" idx="104" hasCustomPrompt="1"/>
          </p:nvPr>
        </p:nvSpPr>
        <p:spPr>
          <a:xfrm>
            <a:off x="475488" y="292608"/>
            <a:ext cx="53035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7" name="Text 2"/>
          <p:cNvSpPr>
            <a:spLocks noGrp="1"/>
          </p:cNvSpPr>
          <p:nvPr>
            <p:ph type="body" idx="105" hasCustomPrompt="1"/>
          </p:nvPr>
        </p:nvSpPr>
        <p:spPr>
          <a:xfrm>
            <a:off x="475488" y="896112"/>
            <a:ext cx="53035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8" name="Text 2"/>
          <p:cNvSpPr>
            <a:spLocks noGrp="1"/>
          </p:cNvSpPr>
          <p:nvPr>
            <p:ph type="body" idx="106" hasCustomPrompt="1"/>
          </p:nvPr>
        </p:nvSpPr>
        <p:spPr>
          <a:xfrm>
            <a:off x="475488" y="1225296"/>
            <a:ext cx="530352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9" name="Text 2"/>
          <p:cNvSpPr>
            <a:spLocks noGrp="1"/>
          </p:cNvSpPr>
          <p:nvPr>
            <p:ph idx="107" hasCustomPrompt="1"/>
          </p:nvPr>
        </p:nvSpPr>
        <p:spPr>
          <a:xfrm>
            <a:off x="6620256" y="1261872"/>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0" name="Text 2"/>
          <p:cNvSpPr>
            <a:spLocks noGrp="1"/>
          </p:cNvSpPr>
          <p:nvPr>
            <p:ph type="body" idx="108" hasCustomPrompt="1"/>
          </p:nvPr>
        </p:nvSpPr>
        <p:spPr>
          <a:xfrm>
            <a:off x="7397496" y="1225296"/>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11" name="Text 2"/>
          <p:cNvSpPr>
            <a:spLocks noGrp="1"/>
          </p:cNvSpPr>
          <p:nvPr>
            <p:ph type="body" idx="109" hasCustomPrompt="1"/>
          </p:nvPr>
        </p:nvSpPr>
        <p:spPr>
          <a:xfrm>
            <a:off x="7397496" y="1563624"/>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2" name="Text 2"/>
          <p:cNvSpPr>
            <a:spLocks noGrp="1"/>
          </p:cNvSpPr>
          <p:nvPr>
            <p:ph idx="110" hasCustomPrompt="1"/>
          </p:nvPr>
        </p:nvSpPr>
        <p:spPr>
          <a:xfrm>
            <a:off x="6620256" y="2487168"/>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3" name="Text 2"/>
          <p:cNvSpPr>
            <a:spLocks noGrp="1"/>
          </p:cNvSpPr>
          <p:nvPr>
            <p:ph type="body" idx="111" hasCustomPrompt="1"/>
          </p:nvPr>
        </p:nvSpPr>
        <p:spPr>
          <a:xfrm>
            <a:off x="7397496" y="2441448"/>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4" name="Text 2"/>
          <p:cNvSpPr>
            <a:spLocks noGrp="1"/>
          </p:cNvSpPr>
          <p:nvPr>
            <p:ph type="body" idx="112" hasCustomPrompt="1"/>
          </p:nvPr>
        </p:nvSpPr>
        <p:spPr>
          <a:xfrm>
            <a:off x="7397496" y="2779776"/>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5" name="Text 2"/>
          <p:cNvSpPr>
            <a:spLocks noGrp="1"/>
          </p:cNvSpPr>
          <p:nvPr>
            <p:ph idx="113" hasCustomPrompt="1"/>
          </p:nvPr>
        </p:nvSpPr>
        <p:spPr>
          <a:xfrm>
            <a:off x="6620256" y="3712464"/>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6" name="Text 2"/>
          <p:cNvSpPr>
            <a:spLocks noGrp="1"/>
          </p:cNvSpPr>
          <p:nvPr>
            <p:ph type="body" idx="114" hasCustomPrompt="1"/>
          </p:nvPr>
        </p:nvSpPr>
        <p:spPr>
          <a:xfrm>
            <a:off x="7397496" y="3666744"/>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7" name="Text 2"/>
          <p:cNvSpPr>
            <a:spLocks noGrp="1"/>
          </p:cNvSpPr>
          <p:nvPr>
            <p:ph type="body" idx="115" hasCustomPrompt="1"/>
          </p:nvPr>
        </p:nvSpPr>
        <p:spPr>
          <a:xfrm>
            <a:off x="7397496" y="4005072"/>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8" name="Text 2"/>
          <p:cNvSpPr>
            <a:spLocks noGrp="1"/>
          </p:cNvSpPr>
          <p:nvPr>
            <p:ph idx="116" hasCustomPrompt="1"/>
          </p:nvPr>
        </p:nvSpPr>
        <p:spPr>
          <a:xfrm>
            <a:off x="6620256" y="4928616"/>
            <a:ext cx="731520" cy="731520"/>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9" name="Text 2"/>
          <p:cNvSpPr>
            <a:spLocks noGrp="1"/>
          </p:cNvSpPr>
          <p:nvPr>
            <p:ph type="body" idx="117" hasCustomPrompt="1"/>
          </p:nvPr>
        </p:nvSpPr>
        <p:spPr>
          <a:xfrm>
            <a:off x="7397496" y="4882896"/>
            <a:ext cx="4315968" cy="3566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20" name="Text 2"/>
          <p:cNvSpPr>
            <a:spLocks noGrp="1"/>
          </p:cNvSpPr>
          <p:nvPr>
            <p:ph type="body" idx="118" hasCustomPrompt="1"/>
          </p:nvPr>
        </p:nvSpPr>
        <p:spPr>
          <a:xfrm>
            <a:off x="7397496" y="5221224"/>
            <a:ext cx="4315968" cy="73152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21" name="Text 2"/>
          <p:cNvSpPr>
            <a:spLocks noGrp="1"/>
          </p:cNvSpPr>
          <p:nvPr>
            <p:ph type="body" idx="119"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2" name="Text 2"/>
          <p:cNvSpPr>
            <a:spLocks noGrp="1"/>
          </p:cNvSpPr>
          <p:nvPr>
            <p:ph type="body" idx="120" hasCustomPrompt="1"/>
          </p:nvPr>
        </p:nvSpPr>
        <p:spPr>
          <a:xfrm>
            <a:off x="475488" y="5733288"/>
            <a:ext cx="53035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cons 2 x 3 Column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idx="105" hasCustomPrompt="1"/>
          </p:nvPr>
        </p:nvSpPr>
        <p:spPr>
          <a:xfrm>
            <a:off x="566928" y="1261872"/>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1"/>
          <p:cNvSpPr>
            <a:spLocks noGrp="1"/>
          </p:cNvSpPr>
          <p:nvPr>
            <p:ph type="body" idx="106" hasCustomPrompt="1"/>
          </p:nvPr>
        </p:nvSpPr>
        <p:spPr>
          <a:xfrm>
            <a:off x="1691640" y="1271016"/>
            <a:ext cx="4041648"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a:spLocks noGrp="1"/>
          </p:cNvSpPr>
          <p:nvPr>
            <p:ph type="body" idx="107" hasCustomPrompt="1"/>
          </p:nvPr>
        </p:nvSpPr>
        <p:spPr>
          <a:xfrm>
            <a:off x="1691640" y="1536192"/>
            <a:ext cx="4041648"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a:spLocks noGrp="1"/>
          </p:cNvSpPr>
          <p:nvPr>
            <p:ph idx="108" hasCustomPrompt="1"/>
          </p:nvPr>
        </p:nvSpPr>
        <p:spPr>
          <a:xfrm>
            <a:off x="6547104" y="1261872"/>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1" name="Text 1"/>
          <p:cNvSpPr>
            <a:spLocks noGrp="1"/>
          </p:cNvSpPr>
          <p:nvPr>
            <p:ph type="body" idx="109" hasCustomPrompt="1"/>
          </p:nvPr>
        </p:nvSpPr>
        <p:spPr>
          <a:xfrm>
            <a:off x="7671816" y="1271016"/>
            <a:ext cx="4041648"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a:spLocks noGrp="1"/>
          </p:cNvSpPr>
          <p:nvPr>
            <p:ph type="body" idx="110" hasCustomPrompt="1"/>
          </p:nvPr>
        </p:nvSpPr>
        <p:spPr>
          <a:xfrm>
            <a:off x="7671816" y="1536192"/>
            <a:ext cx="4041648"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a:spLocks noGrp="1"/>
          </p:cNvSpPr>
          <p:nvPr>
            <p:ph idx="111" hasCustomPrompt="1"/>
          </p:nvPr>
        </p:nvSpPr>
        <p:spPr>
          <a:xfrm>
            <a:off x="566928" y="2715768"/>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4" name="Text 1"/>
          <p:cNvSpPr>
            <a:spLocks noGrp="1"/>
          </p:cNvSpPr>
          <p:nvPr>
            <p:ph type="body" idx="112" hasCustomPrompt="1"/>
          </p:nvPr>
        </p:nvSpPr>
        <p:spPr>
          <a:xfrm>
            <a:off x="1691640" y="2724912"/>
            <a:ext cx="4041648"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a:spLocks noGrp="1"/>
          </p:cNvSpPr>
          <p:nvPr>
            <p:ph type="body" idx="113" hasCustomPrompt="1"/>
          </p:nvPr>
        </p:nvSpPr>
        <p:spPr>
          <a:xfrm>
            <a:off x="1691640" y="2980944"/>
            <a:ext cx="4041648"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a:spLocks noGrp="1"/>
          </p:cNvSpPr>
          <p:nvPr>
            <p:ph idx="114" hasCustomPrompt="1"/>
          </p:nvPr>
        </p:nvSpPr>
        <p:spPr>
          <a:xfrm>
            <a:off x="6547104" y="2715768"/>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7" name="Text 1"/>
          <p:cNvSpPr>
            <a:spLocks noGrp="1"/>
          </p:cNvSpPr>
          <p:nvPr>
            <p:ph type="body" idx="115" hasCustomPrompt="1"/>
          </p:nvPr>
        </p:nvSpPr>
        <p:spPr>
          <a:xfrm>
            <a:off x="7671816" y="2724912"/>
            <a:ext cx="4041648"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[subtitle4]</a:t>
            </a:r>
            <a:endParaRPr lang="en-US" sz="1800" dirty="0"/>
          </a:p>
        </p:txBody>
      </p:sp>
      <p:sp>
        <p:nvSpPr>
          <p:cNvPr id="18" name="Text 1"/>
          <p:cNvSpPr>
            <a:spLocks noGrp="1"/>
          </p:cNvSpPr>
          <p:nvPr>
            <p:ph type="body" idx="116" hasCustomPrompt="1"/>
          </p:nvPr>
        </p:nvSpPr>
        <p:spPr>
          <a:xfrm>
            <a:off x="7671816" y="2980944"/>
            <a:ext cx="4041648"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9" name="Text 1"/>
          <p:cNvSpPr>
            <a:spLocks noGrp="1"/>
          </p:cNvSpPr>
          <p:nvPr>
            <p:ph idx="117" hasCustomPrompt="1"/>
          </p:nvPr>
        </p:nvSpPr>
        <p:spPr>
          <a:xfrm>
            <a:off x="566928" y="4151376"/>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20" name="Text 1"/>
          <p:cNvSpPr>
            <a:spLocks noGrp="1"/>
          </p:cNvSpPr>
          <p:nvPr>
            <p:ph type="body" idx="118" hasCustomPrompt="1"/>
          </p:nvPr>
        </p:nvSpPr>
        <p:spPr>
          <a:xfrm>
            <a:off x="1691640" y="4169664"/>
            <a:ext cx="4041648"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[subtitle5]</a:t>
            </a:r>
            <a:endParaRPr lang="en-US" sz="1800" dirty="0"/>
          </a:p>
        </p:txBody>
      </p:sp>
      <p:sp>
        <p:nvSpPr>
          <p:cNvPr id="21" name="Text 1"/>
          <p:cNvSpPr>
            <a:spLocks noGrp="1"/>
          </p:cNvSpPr>
          <p:nvPr>
            <p:ph type="body" idx="119" hasCustomPrompt="1"/>
          </p:nvPr>
        </p:nvSpPr>
        <p:spPr>
          <a:xfrm>
            <a:off x="1691640" y="4416552"/>
            <a:ext cx="4041648"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[content5]</a:t>
            </a:r>
            <a:endParaRPr lang="en-US" sz="1200" dirty="0"/>
          </a:p>
        </p:txBody>
      </p:sp>
      <p:sp>
        <p:nvSpPr>
          <p:cNvPr id="22" name="Text 1"/>
          <p:cNvSpPr>
            <a:spLocks noGrp="1"/>
          </p:cNvSpPr>
          <p:nvPr>
            <p:ph idx="120" hasCustomPrompt="1"/>
          </p:nvPr>
        </p:nvSpPr>
        <p:spPr>
          <a:xfrm>
            <a:off x="6547104" y="4151376"/>
            <a:ext cx="850392" cy="85039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23" name="Text 1"/>
          <p:cNvSpPr>
            <a:spLocks noGrp="1"/>
          </p:cNvSpPr>
          <p:nvPr>
            <p:ph type="body" idx="121" hasCustomPrompt="1"/>
          </p:nvPr>
        </p:nvSpPr>
        <p:spPr>
          <a:xfrm>
            <a:off x="7671816" y="4169664"/>
            <a:ext cx="4041648" cy="265176"/>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[subtitle6]</a:t>
            </a:r>
            <a:endParaRPr lang="en-US" sz="1800" dirty="0"/>
          </a:p>
        </p:txBody>
      </p:sp>
      <p:sp>
        <p:nvSpPr>
          <p:cNvPr id="24" name="Text 1"/>
          <p:cNvSpPr>
            <a:spLocks noGrp="1"/>
          </p:cNvSpPr>
          <p:nvPr>
            <p:ph type="body" idx="122" hasCustomPrompt="1"/>
          </p:nvPr>
        </p:nvSpPr>
        <p:spPr>
          <a:xfrm>
            <a:off x="7671816" y="4416552"/>
            <a:ext cx="4041648" cy="93268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[content6]</a:t>
            </a:r>
            <a:endParaRPr lang="en-US" sz="1200" dirty="0"/>
          </a:p>
        </p:txBody>
      </p:sp>
      <p:sp>
        <p:nvSpPr>
          <p:cNvPr id="25" name="Text 1"/>
          <p:cNvSpPr>
            <a:spLocks noGrp="1"/>
          </p:cNvSpPr>
          <p:nvPr>
            <p:ph type="body" idx="123"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6" name="Text 1"/>
          <p:cNvSpPr>
            <a:spLocks noGrp="1"/>
          </p:cNvSpPr>
          <p:nvPr>
            <p:ph type="body" idx="124"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CHARTS</a:t>
            </a:r>
            <a:endParaRPr lang="en-US" sz="14000"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 Chart/Table 1">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521208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521208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521208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8" name="Text 1"/>
          <p:cNvSpPr>
            <a:spLocks noGrp="1"/>
          </p:cNvSpPr>
          <p:nvPr>
            <p:ph type="chart" idx="106" hasCustomPrompt="1"/>
          </p:nvPr>
        </p:nvSpPr>
        <p:spPr>
          <a:xfrm>
            <a:off x="6611112" y="347472"/>
            <a:ext cx="5029200" cy="5257800"/>
          </a:xfrm>
          <a:prstGeom prst="rect">
            <a:avLst/>
          </a:prstGeom>
          <a:noFill/>
          <a:ln/>
        </p:spPr>
        <p:txBody>
          <a:bodyPr wrap="square" rtlCol="0"/>
          <a:lstStyle>
            <a:lvl1pPr marL="0" indent="0" algn="ctr">
              <a:buNone/>
              <a:defRPr lang="en-US" sz="950" dirty="0">
                <a:solidFill>
                  <a:srgbClr val="FFFFFF"/>
                </a:solidFill>
                <a:latin typeface="Arial" pitchFamily="34" charset="0"/>
                <a:ea typeface="Arial" pitchFamily="34" charset="-122"/>
                <a:cs typeface="Arial" pitchFamily="34" charset="-120"/>
              </a:defRPr>
            </a:lvl1pPr>
          </a:lstStyle>
          <a:p>
            <a:pPr marL="0" indent="0" algn="ctr">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hart - Horizontal 2">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11247120" cy="941832"/>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a:spLocks noGrp="1"/>
          </p:cNvSpPr>
          <p:nvPr>
            <p:ph type="chart" idx="106" hasCustomPrompt="1"/>
          </p:nvPr>
        </p:nvSpPr>
        <p:spPr>
          <a:xfrm>
            <a:off x="566928" y="2286000"/>
            <a:ext cx="11064240" cy="3310128"/>
          </a:xfrm>
          <a:prstGeom prst="rect">
            <a:avLst/>
          </a:prstGeom>
          <a:noFill/>
          <a:ln/>
        </p:spPr>
        <p:txBody>
          <a:bodyPr wrap="square" rtlCol="0"/>
          <a:lstStyle>
            <a:lvl1pPr marL="0" indent="0" algn="ctr">
              <a:buNone/>
              <a:defRPr lang="en-US" sz="950" dirty="0">
                <a:solidFill>
                  <a:srgbClr val="FFFFFF"/>
                </a:solidFill>
                <a:latin typeface="Arial" pitchFamily="34" charset="0"/>
                <a:ea typeface="Arial" pitchFamily="34" charset="-122"/>
                <a:cs typeface="Arial" pitchFamily="34" charset="-120"/>
              </a:defRPr>
            </a:lvl1pPr>
          </a:lstStyle>
          <a:p>
            <a:pPr marL="0" indent="0" algn="ctr">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t + Statement 2">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11247120" cy="941832"/>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a:spLocks noGrp="1"/>
          </p:cNvSpPr>
          <p:nvPr>
            <p:ph type="chart" idx="106" hasCustomPrompt="1"/>
          </p:nvPr>
        </p:nvSpPr>
        <p:spPr>
          <a:xfrm>
            <a:off x="566928" y="2286000"/>
            <a:ext cx="5532120" cy="3310128"/>
          </a:xfrm>
          <a:prstGeom prst="rect">
            <a:avLst/>
          </a:prstGeom>
          <a:noFill/>
          <a:ln/>
        </p:spPr>
        <p:txBody>
          <a:bodyPr wrap="square" rtlCol="0"/>
          <a:lstStyle>
            <a:lvl1pPr marL="0" indent="0" algn="ctr">
              <a:buNone/>
              <a:defRPr lang="en-US" sz="950" dirty="0">
                <a:solidFill>
                  <a:srgbClr val="FFFFFF"/>
                </a:solidFill>
                <a:latin typeface="Arial" pitchFamily="34" charset="0"/>
                <a:ea typeface="Arial" pitchFamily="34" charset="-122"/>
                <a:cs typeface="Arial" pitchFamily="34" charset="-120"/>
              </a:defRPr>
            </a:lvl1pPr>
          </a:lstStyle>
          <a:p>
            <a:pPr marL="0" indent="0" algn="ctr">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a:spLocks noGrp="1"/>
          </p:cNvSpPr>
          <p:nvPr>
            <p:ph type="body" idx="107" hasCustomPrompt="1"/>
          </p:nvPr>
        </p:nvSpPr>
        <p:spPr>
          <a:xfrm>
            <a:off x="6519672" y="2249424"/>
            <a:ext cx="5212080" cy="3401568"/>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10" name="Text 1"/>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a:spLocks noGrp="1"/>
          </p:cNvSpPr>
          <p:nvPr>
            <p:ph type="body" idx="109"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rt + Statement 3">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25296"/>
            <a:ext cx="5303520" cy="1472184"/>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a:spLocks noGrp="1"/>
          </p:cNvSpPr>
          <p:nvPr>
            <p:ph type="body" idx="106" hasCustomPrompt="1"/>
          </p:nvPr>
        </p:nvSpPr>
        <p:spPr>
          <a:xfrm>
            <a:off x="475488" y="2788920"/>
            <a:ext cx="5303520" cy="2862072"/>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9" name="Text 1"/>
          <p:cNvSpPr>
            <a:spLocks noGrp="1"/>
          </p:cNvSpPr>
          <p:nvPr>
            <p:ph type="chart" idx="107" hasCustomPrompt="1"/>
          </p:nvPr>
        </p:nvSpPr>
        <p:spPr>
          <a:xfrm>
            <a:off x="6611112" y="1261872"/>
            <a:ext cx="5029200" cy="4937760"/>
          </a:xfrm>
          <a:prstGeom prst="rect">
            <a:avLst/>
          </a:prstGeom>
          <a:noFill/>
          <a:ln/>
        </p:spPr>
        <p:txBody>
          <a:bodyPr wrap="square" rtlCol="0"/>
          <a:lstStyle>
            <a:lvl1pPr marL="0" indent="0" algn="ctr">
              <a:buNone/>
              <a:defRPr lang="en-US" sz="950" dirty="0">
                <a:solidFill>
                  <a:srgbClr val="FFFFFF"/>
                </a:solidFill>
                <a:latin typeface="Arial" pitchFamily="34" charset="0"/>
                <a:ea typeface="Arial" pitchFamily="34" charset="-122"/>
                <a:cs typeface="Arial" pitchFamily="34" charset="-120"/>
              </a:defRPr>
            </a:lvl1pPr>
          </a:lstStyle>
          <a:p>
            <a:pPr marL="0" indent="0" algn="ctr">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10" name="Text 1"/>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a:spLocks noGrp="1"/>
          </p:cNvSpPr>
          <p:nvPr>
            <p:ph type="body" idx="109" hasCustomPrompt="1"/>
          </p:nvPr>
        </p:nvSpPr>
        <p:spPr>
          <a:xfrm>
            <a:off x="475488" y="5733288"/>
            <a:ext cx="53035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STATEMENTS</a:t>
            </a:r>
            <a:endParaRPr lang="en-US" sz="140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tatement Phot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0" y="0"/>
            <a:ext cx="12188952" cy="6858000"/>
          </a:xfrm>
          <a:prstGeom prst="rect">
            <a:avLst/>
          </a:prstGeom>
          <a:noFill/>
          <a:ln/>
        </p:spPr>
        <p:txBody>
          <a:bodyPr wrap="square" rtlCol="0"/>
          <a:lstStyle>
            <a:lvl1pPr marL="0" indent="0">
              <a:buNone/>
              <a:defRPr lang="en-US" dirty="0"/>
            </a:lvl1pPr>
          </a:lstStyle>
          <a:p>
            <a:pPr marL="0" indent="0">
              <a:buNone/>
            </a:pPr>
            <a:endParaRPr lang="en-US" dirty="0"/>
          </a:p>
        </p:txBody>
      </p:sp>
      <p:pic>
        <p:nvPicPr>
          <p:cNvPr id="3" name="Image 0" descr="https://snp-mediaportal.qbank.se/assets/deployedFiles/0d1eb25c91d9ca47feca59c81b726357.png"/>
          <p:cNvPicPr>
            <a:picLocks noChangeAspect="1"/>
          </p:cNvPicPr>
          <p:nvPr/>
        </p:nvPicPr>
        <p:blipFill>
          <a:blip r:embed="rId2"/>
          <a:stretch>
            <a:fillRect/>
          </a:stretch>
        </p:blipFill>
        <p:spPr>
          <a:xfrm>
            <a:off x="557784" y="6400800"/>
            <a:ext cx="758952" cy="365760"/>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5" name="Text 1"/>
          <p:cNvSpPr>
            <a:spLocks noGrp="1"/>
          </p:cNvSpPr>
          <p:nvPr>
            <p:ph idx="103"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6" name="Text 1"/>
          <p:cNvSpPr>
            <a:spLocks noGrp="1"/>
          </p:cNvSpPr>
          <p:nvPr>
            <p:ph type="body" idx="104" hasCustomPrompt="1"/>
          </p:nvPr>
        </p:nvSpPr>
        <p:spPr>
          <a:xfrm>
            <a:off x="475488" y="603504"/>
            <a:ext cx="11247120" cy="5138928"/>
          </a:xfrm>
          <a:prstGeom prst="rect">
            <a:avLst/>
          </a:prstGeom>
          <a:noFill/>
          <a:ln/>
        </p:spPr>
        <p:txBody>
          <a:bodyPr wrap="square" rtlCol="0"/>
          <a:lstStyle>
            <a:lvl1pPr marL="0" indent="0" algn="l">
              <a:buNone/>
              <a:defRPr lang="en-US" sz="3600" dirty="0">
                <a:solidFill>
                  <a:srgbClr val="FFFFFF"/>
                </a:solidFill>
                <a:latin typeface="Arial" pitchFamily="34" charset="0"/>
                <a:ea typeface="Arial" pitchFamily="34" charset="-122"/>
                <a:cs typeface="Arial" pitchFamily="34" charset="-120"/>
              </a:defRPr>
            </a:lvl1pPr>
          </a:lstStyle>
          <a:p>
            <a:pPr marL="0" indent="0" algn="l">
              <a:buNone/>
            </a:pPr>
            <a:r>
              <a:rPr lang="en-US" sz="3600" dirty="0">
                <a:solidFill>
                  <a:srgbClr val="FFFFFF"/>
                </a:solidFill>
                <a:latin typeface="Arial" pitchFamily="34" charset="0"/>
                <a:ea typeface="Arial" pitchFamily="34" charset="-122"/>
                <a:cs typeface="Arial" pitchFamily="34" charset="-120"/>
              </a:rPr>
              <a:t>[Add statement]</a:t>
            </a:r>
            <a:endParaRPr lang="en-US" sz="3600" dirty="0"/>
          </a:p>
        </p:txBody>
      </p:sp>
      <p:sp>
        <p:nvSpPr>
          <p:cNvPr id="7" name="Text 1"/>
          <p:cNvSpPr>
            <a:spLocks noGrp="1"/>
          </p:cNvSpPr>
          <p:nvPr>
            <p:ph type="body" idx="105"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FFFFFF"/>
                </a:solidFill>
                <a:latin typeface="Arial" pitchFamily="34" charset="0"/>
                <a:ea typeface="Arial" pitchFamily="34" charset="-122"/>
                <a:cs typeface="Arial" pitchFamily="34" charset="-120"/>
              </a:defRPr>
            </a:lvl1pPr>
          </a:lstStyle>
          <a:p>
            <a:pPr marL="0" indent="0" algn="r">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tatement Black">
    <p:bg>
      <p:bgPr>
        <a:solidFill>
          <a:srgbClr val="000000"/>
        </a:solidFill>
        <a:effectLst/>
      </p:bgPr>
    </p:bg>
    <p:spTree>
      <p:nvGrpSpPr>
        <p:cNvPr id="1" name=""/>
        <p:cNvGrpSpPr/>
        <p:nvPr/>
      </p:nvGrpSpPr>
      <p:grpSpPr>
        <a:xfrm>
          <a:off x="0" y="0"/>
          <a:ext cx="0" cy="0"/>
          <a:chOff x="0" y="0"/>
          <a:chExt cx="0" cy="0"/>
        </a:xfrm>
      </p:grpSpPr>
      <p:pic>
        <p:nvPicPr>
          <p:cNvPr id="2" name="Image 0" descr="https://snp-mediaportal.qbank.se/assets/deployedFiles/4ebf46970dd30ed73bbae53c35377a40.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body" idx="103" hasCustomPrompt="1"/>
          </p:nvPr>
        </p:nvSpPr>
        <p:spPr>
          <a:xfrm>
            <a:off x="475488" y="603504"/>
            <a:ext cx="11247120" cy="5138928"/>
          </a:xfrm>
          <a:prstGeom prst="rect">
            <a:avLst/>
          </a:prstGeom>
          <a:noFill/>
          <a:ln/>
        </p:spPr>
        <p:txBody>
          <a:bodyPr wrap="square" rtlCol="0"/>
          <a:lstStyle>
            <a:lvl1pPr marL="0" indent="0" algn="l">
              <a:buNone/>
              <a:defRPr lang="en-US" sz="3600" dirty="0">
                <a:solidFill>
                  <a:srgbClr val="FFFFFF"/>
                </a:solidFill>
                <a:latin typeface="Arial" pitchFamily="34" charset="0"/>
                <a:ea typeface="Arial" pitchFamily="34" charset="-122"/>
                <a:cs typeface="Arial" pitchFamily="34" charset="-120"/>
              </a:defRPr>
            </a:lvl1pPr>
          </a:lstStyle>
          <a:p>
            <a:pPr marL="0" indent="0" algn="l">
              <a:buNone/>
            </a:pPr>
            <a:r>
              <a:rPr lang="en-US" sz="3600" dirty="0">
                <a:solidFill>
                  <a:srgbClr val="FFFFFF"/>
                </a:solidFill>
                <a:latin typeface="Arial" pitchFamily="34" charset="0"/>
                <a:ea typeface="Arial" pitchFamily="34" charset="-122"/>
                <a:cs typeface="Arial" pitchFamily="34" charset="-120"/>
              </a:rPr>
              <a:t>[Add statement]</a:t>
            </a:r>
            <a:endParaRPr lang="en-US" sz="3600" dirty="0"/>
          </a:p>
        </p:txBody>
      </p:sp>
      <p:sp>
        <p:nvSpPr>
          <p:cNvPr id="6" name="Text 1"/>
          <p:cNvSpPr>
            <a:spLocks noGrp="1"/>
          </p:cNvSpPr>
          <p:nvPr>
            <p:ph type="body" idx="104"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FFFFFF"/>
                </a:solidFill>
                <a:latin typeface="Arial" pitchFamily="34" charset="0"/>
                <a:ea typeface="Arial" pitchFamily="34" charset="-122"/>
                <a:cs typeface="Arial" pitchFamily="34" charset="-120"/>
              </a:defRPr>
            </a:lvl1pPr>
          </a:lstStyle>
          <a:p>
            <a:pPr marL="0" indent="0" algn="r">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tement White">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body" idx="103" hasCustomPrompt="1"/>
          </p:nvPr>
        </p:nvSpPr>
        <p:spPr>
          <a:xfrm>
            <a:off x="475488" y="603504"/>
            <a:ext cx="11247120" cy="5138928"/>
          </a:xfrm>
          <a:prstGeom prst="rect">
            <a:avLst/>
          </a:prstGeom>
          <a:noFill/>
          <a:ln/>
        </p:spPr>
        <p:txBody>
          <a:bodyPr wrap="square" rtlCol="0"/>
          <a:lstStyle>
            <a:lvl1pPr marL="0" indent="0" algn="l">
              <a:buNone/>
              <a:defRPr lang="en-US" sz="3600" dirty="0">
                <a:solidFill>
                  <a:srgbClr val="000000"/>
                </a:solidFill>
                <a:latin typeface="Arial" pitchFamily="34" charset="0"/>
                <a:ea typeface="Arial" pitchFamily="34" charset="-122"/>
                <a:cs typeface="Arial" pitchFamily="34" charset="-120"/>
              </a:defRPr>
            </a:lvl1pPr>
          </a:lstStyle>
          <a:p>
            <a:pPr marL="0" indent="0" algn="l">
              <a:buNone/>
            </a:pPr>
            <a:r>
              <a:rPr lang="en-US" sz="3600" dirty="0">
                <a:solidFill>
                  <a:srgbClr val="000000"/>
                </a:solidFill>
                <a:latin typeface="Arial" pitchFamily="34" charset="0"/>
                <a:ea typeface="Arial" pitchFamily="34" charset="-122"/>
                <a:cs typeface="Arial" pitchFamily="34" charset="-120"/>
              </a:rPr>
              <a:t>[Add statement]</a:t>
            </a:r>
            <a:endParaRPr lang="en-US" sz="3600" dirty="0"/>
          </a:p>
        </p:txBody>
      </p:sp>
      <p:sp>
        <p:nvSpPr>
          <p:cNvPr id="6" name="Text 1"/>
          <p:cNvSpPr>
            <a:spLocks noGrp="1"/>
          </p:cNvSpPr>
          <p:nvPr>
            <p:ph type="body" idx="104"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DIVIDERS</a:t>
            </a:r>
            <a:endParaRPr lang="en-US" sz="140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ection Header">
    <p:bg>
      <p:bgPr>
        <a:solidFill>
          <a:srgbClr val="000000"/>
        </a:solidFill>
        <a:effectLst/>
      </p:bgPr>
    </p:bg>
    <p:spTree>
      <p:nvGrpSpPr>
        <p:cNvPr id="1" name=""/>
        <p:cNvGrpSpPr/>
        <p:nvPr/>
      </p:nvGrpSpPr>
      <p:grpSpPr>
        <a:xfrm>
          <a:off x="0" y="0"/>
          <a:ext cx="0" cy="0"/>
          <a:chOff x="0" y="0"/>
          <a:chExt cx="0" cy="0"/>
        </a:xfrm>
      </p:grpSpPr>
      <p:pic>
        <p:nvPicPr>
          <p:cNvPr id="2" name="Image 0" descr="https://snp-mediaportal.qbank.se/assets/deployedFiles/4ebf46970dd30ed73bbae53c35377a40.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66344" y="411480"/>
            <a:ext cx="5303520" cy="4846320"/>
          </a:xfrm>
          <a:prstGeom prst="rect">
            <a:avLst/>
          </a:prstGeom>
          <a:noFill/>
          <a:ln/>
        </p:spPr>
        <p:txBody>
          <a:bodyPr wrap="square" rtlCol="0"/>
          <a:lstStyle>
            <a:lvl1pPr marL="0" indent="0" algn="l">
              <a:buNone/>
              <a:defRPr lang="en-US" sz="4000" dirty="0">
                <a:solidFill>
                  <a:srgbClr val="FFFFFF"/>
                </a:solidFill>
                <a:latin typeface="Arial" pitchFamily="34" charset="0"/>
                <a:ea typeface="Arial" pitchFamily="34" charset="-122"/>
                <a:cs typeface="Arial" pitchFamily="34" charset="-120"/>
              </a:defRPr>
            </a:lvl1pPr>
          </a:lstStyle>
          <a:p>
            <a:pPr marL="0" indent="0" algn="l">
              <a:buNone/>
            </a:pPr>
            <a:r>
              <a:rPr lang="en-US" sz="4000" dirty="0">
                <a:solidFill>
                  <a:srgbClr val="FFFFFF"/>
                </a:solidFill>
                <a:latin typeface="Arial" pitchFamily="34" charset="0"/>
                <a:ea typeface="Arial" pitchFamily="34" charset="-122"/>
                <a:cs typeface="Arial" pitchFamily="34" charset="-120"/>
              </a:rPr>
              <a:t>[Add divider slide title]</a:t>
            </a:r>
            <a:endParaRPr lang="en-US" sz="4000" dirty="0"/>
          </a:p>
        </p:txBody>
      </p:sp>
      <p:sp>
        <p:nvSpPr>
          <p:cNvPr id="6" name="Text 1"/>
          <p:cNvSpPr>
            <a:spLocks noGrp="1"/>
          </p:cNvSpPr>
          <p:nvPr>
            <p:ph type="body" idx="104" hasCustomPrompt="1"/>
          </p:nvPr>
        </p:nvSpPr>
        <p:spPr>
          <a:xfrm>
            <a:off x="466344" y="5276088"/>
            <a:ext cx="5303520" cy="813816"/>
          </a:xfrm>
          <a:prstGeom prst="rect">
            <a:avLst/>
          </a:prstGeom>
          <a:noFill/>
          <a:ln/>
        </p:spPr>
        <p:txBody>
          <a:bodyPr wrap="square" rtlCol="0"/>
          <a:lstStyle>
            <a:lvl1pPr marL="0" indent="0" algn="l">
              <a:buNone/>
              <a:defRPr lang="en-US" sz="1600" dirty="0">
                <a:solidFill>
                  <a:srgbClr val="FFFFFF"/>
                </a:solidFill>
                <a:latin typeface="Arial" pitchFamily="34" charset="0"/>
                <a:ea typeface="Arial" pitchFamily="34" charset="-122"/>
                <a:cs typeface="Arial" pitchFamily="34" charset="-120"/>
              </a:defRPr>
            </a:lvl1pPr>
          </a:lstStyle>
          <a:p>
            <a:pPr marL="0" indent="0" algn="l">
              <a:buNone/>
            </a:pPr>
            <a:r>
              <a:rPr lang="en-US" sz="1600" dirty="0">
                <a:solidFill>
                  <a:srgbClr val="FFFFFF"/>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a:spLocks noGrp="1"/>
          </p:cNvSpPr>
          <p:nvPr>
            <p:ph idx="105" hasCustomPrompt="1"/>
          </p:nvPr>
        </p:nvSpPr>
        <p:spPr>
          <a:xfrm>
            <a:off x="6099048" y="484632"/>
            <a:ext cx="6089904" cy="555955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FFFFFF"/>
                </a:solidFill>
                <a:latin typeface="Arial" pitchFamily="34" charset="0"/>
                <a:ea typeface="Arial" pitchFamily="34" charset="-122"/>
                <a:cs typeface="Arial" pitchFamily="34" charset="-120"/>
              </a:defRPr>
            </a:lvl1pPr>
          </a:lstStyle>
          <a:p>
            <a:pPr marL="0" indent="0" algn="r">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ivider 4 Photo">
    <p:bg>
      <p:bgPr>
        <a:solidFill>
          <a:srgbClr val="C7DAE0"/>
        </a:solidFill>
        <a:effectLst/>
      </p:bgPr>
    </p:bg>
    <p:spTree>
      <p:nvGrpSpPr>
        <p:cNvPr id="1" name=""/>
        <p:cNvGrpSpPr/>
        <p:nvPr/>
      </p:nvGrpSpPr>
      <p:grpSpPr>
        <a:xfrm>
          <a:off x="0" y="0"/>
          <a:ext cx="0" cy="0"/>
          <a:chOff x="0" y="0"/>
          <a:chExt cx="0" cy="0"/>
        </a:xfrm>
      </p:grpSpPr>
      <p:pic>
        <p:nvPicPr>
          <p:cNvPr id="2" name="Image 0" descr="https://snp-mediaportal.qbank.se/assets/deployedFiles/b7dd9418a4c2f881e9fc5ffb942fbcd4.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66344" y="411480"/>
            <a:ext cx="5303520" cy="4846320"/>
          </a:xfrm>
          <a:prstGeom prst="rect">
            <a:avLst/>
          </a:prstGeom>
          <a:noFill/>
          <a:ln/>
        </p:spPr>
        <p:txBody>
          <a:bodyPr wrap="square" rtlCol="0"/>
          <a:lstStyle>
            <a:lvl1pPr marL="0" indent="0" algn="l">
              <a:buNone/>
              <a:defRPr lang="en-US" sz="4000" dirty="0">
                <a:solidFill>
                  <a:srgbClr val="000000"/>
                </a:solidFill>
                <a:latin typeface="Arial" pitchFamily="34" charset="0"/>
                <a:ea typeface="Arial" pitchFamily="34" charset="-122"/>
                <a:cs typeface="Arial" pitchFamily="34" charset="-120"/>
              </a:defRPr>
            </a:lvl1pPr>
          </a:lstStyle>
          <a:p>
            <a:pPr marL="0" indent="0" algn="l">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a:spLocks noGrp="1"/>
          </p:cNvSpPr>
          <p:nvPr>
            <p:ph type="body" idx="104" hasCustomPrompt="1"/>
          </p:nvPr>
        </p:nvSpPr>
        <p:spPr>
          <a:xfrm>
            <a:off x="466344" y="5276088"/>
            <a:ext cx="5303520" cy="8138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a:spLocks noGrp="1"/>
          </p:cNvSpPr>
          <p:nvPr>
            <p:ph idx="105" hasCustomPrompt="1"/>
          </p:nvPr>
        </p:nvSpPr>
        <p:spPr>
          <a:xfrm>
            <a:off x="6099048" y="484632"/>
            <a:ext cx="6089904" cy="555955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vider 1">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66344" y="1911096"/>
            <a:ext cx="4059936" cy="3529584"/>
          </a:xfrm>
          <a:prstGeom prst="rect">
            <a:avLst/>
          </a:prstGeom>
          <a:noFill/>
          <a:ln/>
        </p:spPr>
        <p:txBody>
          <a:bodyPr wrap="square" rtlCol="0"/>
          <a:lstStyle>
            <a:lvl1pPr marL="0" indent="0" algn="l">
              <a:buNone/>
              <a:defRPr lang="en-US" sz="4000" dirty="0">
                <a:solidFill>
                  <a:srgbClr val="000000"/>
                </a:solidFill>
                <a:latin typeface="Arial" pitchFamily="34" charset="0"/>
                <a:ea typeface="Arial" pitchFamily="34" charset="-122"/>
                <a:cs typeface="Arial" pitchFamily="34" charset="-120"/>
              </a:defRPr>
            </a:lvl1pPr>
          </a:lstStyle>
          <a:p>
            <a:pPr marL="0" indent="0" algn="l">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a:spLocks noGrp="1"/>
          </p:cNvSpPr>
          <p:nvPr>
            <p:ph type="body" idx="104" hasCustomPrompt="1"/>
          </p:nvPr>
        </p:nvSpPr>
        <p:spPr>
          <a:xfrm>
            <a:off x="466344" y="5449824"/>
            <a:ext cx="4059936" cy="8138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a:spLocks noGrp="1"/>
          </p:cNvSpPr>
          <p:nvPr>
            <p:ph type="body" idx="105" hasCustomPrompt="1"/>
          </p:nvPr>
        </p:nvSpPr>
        <p:spPr>
          <a:xfrm>
            <a:off x="6519672" y="1901952"/>
            <a:ext cx="5212080" cy="4434840"/>
          </a:xfrm>
          <a:prstGeom prst="rect">
            <a:avLst/>
          </a:prstGeom>
          <a:noFill/>
          <a:ln/>
        </p:spPr>
        <p:txBody>
          <a:bodyPr wrap="square" rtlCol="0"/>
          <a:lstStyle>
            <a:lvl1pPr marL="0" indent="0" algn="l">
              <a:spcAft>
                <a:spcPts val="600"/>
              </a:spcAft>
              <a:buNone/>
              <a:defRPr lang="en-US" sz="16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600" dirty="0">
                <a:solidFill>
                  <a:srgbClr val="000000"/>
                </a:solidFill>
                <a:latin typeface="Arial" pitchFamily="34" charset="0"/>
                <a:ea typeface="Arial" pitchFamily="34" charset="-122"/>
                <a:cs typeface="Arial" pitchFamily="34" charset="-120"/>
              </a:rPr>
              <a:t>[Click to add text]</a:t>
            </a:r>
            <a:endParaRPr lang="en-US" sz="1600"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ivider 2">
    <p:bg>
      <p:bgPr>
        <a:solidFill>
          <a:srgbClr val="C7DAE0"/>
        </a:solidFill>
        <a:effectLst/>
      </p:bgPr>
    </p:bg>
    <p:spTree>
      <p:nvGrpSpPr>
        <p:cNvPr id="1" name=""/>
        <p:cNvGrpSpPr/>
        <p:nvPr/>
      </p:nvGrpSpPr>
      <p:grpSpPr>
        <a:xfrm>
          <a:off x="0" y="0"/>
          <a:ext cx="0" cy="0"/>
          <a:chOff x="0" y="0"/>
          <a:chExt cx="0" cy="0"/>
        </a:xfrm>
      </p:grpSpPr>
      <p:pic>
        <p:nvPicPr>
          <p:cNvPr id="2" name="Image 0" descr="https://snp-mediaportal.qbank.se/assets/deployedFiles/b7dd9418a4c2f881e9fc5ffb942fbcd4.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697" dirty="0">
                <a:solidFill>
                  <a:srgbClr val="000000"/>
                </a:solidFill>
                <a:latin typeface="Arial" pitchFamily="34" charset="0"/>
                <a:ea typeface="Arial" pitchFamily="34" charset="-122"/>
                <a:cs typeface="Arial" pitchFamily="34" charset="-120"/>
              </a:rPr>
              <a:t>© 2026 S&amp;P Global.</a:t>
            </a:r>
            <a:endParaRPr lang="en-US" sz="697"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66344" y="1911096"/>
            <a:ext cx="4059936" cy="3529584"/>
          </a:xfrm>
          <a:prstGeom prst="rect">
            <a:avLst/>
          </a:prstGeom>
          <a:noFill/>
          <a:ln/>
        </p:spPr>
        <p:txBody>
          <a:bodyPr wrap="square" rtlCol="0"/>
          <a:lstStyle>
            <a:lvl1pPr marL="0" indent="0" algn="l">
              <a:buNone/>
              <a:defRPr lang="en-US" sz="4000" dirty="0">
                <a:solidFill>
                  <a:srgbClr val="000000"/>
                </a:solidFill>
                <a:latin typeface="Arial" pitchFamily="34" charset="0"/>
                <a:ea typeface="Arial" pitchFamily="34" charset="-122"/>
                <a:cs typeface="Arial" pitchFamily="34" charset="-120"/>
              </a:defRPr>
            </a:lvl1pPr>
          </a:lstStyle>
          <a:p>
            <a:pPr marL="0" indent="0" algn="l">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a:spLocks noGrp="1"/>
          </p:cNvSpPr>
          <p:nvPr>
            <p:ph type="body" idx="104" hasCustomPrompt="1"/>
          </p:nvPr>
        </p:nvSpPr>
        <p:spPr>
          <a:xfrm>
            <a:off x="466344" y="5449824"/>
            <a:ext cx="4059936" cy="81381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a:spLocks noGrp="1"/>
          </p:cNvSpPr>
          <p:nvPr>
            <p:ph type="body" idx="105" hasCustomPrompt="1"/>
          </p:nvPr>
        </p:nvSpPr>
        <p:spPr>
          <a:xfrm>
            <a:off x="6519672" y="1901952"/>
            <a:ext cx="5212080" cy="4434840"/>
          </a:xfrm>
          <a:prstGeom prst="rect">
            <a:avLst/>
          </a:prstGeom>
          <a:noFill/>
          <a:ln/>
        </p:spPr>
        <p:txBody>
          <a:bodyPr wrap="square" rtlCol="0"/>
          <a:lstStyle>
            <a:lvl1pPr marL="0" indent="0" algn="l">
              <a:spcAft>
                <a:spcPts val="600"/>
              </a:spcAft>
              <a:buNone/>
              <a:defRPr lang="en-US" sz="16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600" dirty="0">
                <a:solidFill>
                  <a:srgbClr val="000000"/>
                </a:solidFill>
                <a:latin typeface="Arial" pitchFamily="34" charset="0"/>
                <a:ea typeface="Arial" pitchFamily="34" charset="-122"/>
                <a:cs typeface="Arial" pitchFamily="34" charset="-120"/>
              </a:rPr>
              <a:t>[Click to add text]</a:t>
            </a:r>
            <a:endParaRPr lang="en-US" sz="1600"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8800" b="1" dirty="0">
                <a:solidFill>
                  <a:srgbClr val="000000"/>
                </a:solidFill>
                <a:latin typeface="Arial" pitchFamily="34" charset="0"/>
                <a:ea typeface="Arial" pitchFamily="34" charset="-122"/>
                <a:cs typeface="Arial" pitchFamily="34" charset="-120"/>
              </a:rPr>
              <a:t>These layouts for Heritage IHS Markit PPT reports only</a:t>
            </a:r>
            <a:endParaRPr lang="en-US" sz="880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Placeholder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1124712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475488" y="3621024"/>
            <a:ext cx="1124712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a:spLocks noGrp="1"/>
          </p:cNvSpPr>
          <p:nvPr>
            <p:ph type="body" idx="108"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laceholders 1">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352044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4343400" y="1207008"/>
            <a:ext cx="352044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8211312" y="1207008"/>
            <a:ext cx="352044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a:spLocks noGrp="1"/>
          </p:cNvSpPr>
          <p:nvPr>
            <p:ph type="body" idx="109"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laceholders 2">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5212080" cy="443484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6501384" y="1207008"/>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6501384" y="3611880"/>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a:spLocks noGrp="1"/>
          </p:cNvSpPr>
          <p:nvPr>
            <p:ph type="body" idx="109"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Placeholders 3">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6501384" y="1207008"/>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475488" y="3611880"/>
            <a:ext cx="1124712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a:spLocks noGrp="1"/>
          </p:cNvSpPr>
          <p:nvPr>
            <p:ph type="body" idx="108"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a:spLocks noGrp="1"/>
          </p:cNvSpPr>
          <p:nvPr>
            <p:ph type="body" idx="109"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Placeholder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a:spLocks noGrp="1"/>
          </p:cNvSpPr>
          <p:nvPr>
            <p:ph type="body" idx="104" hasCustomPrompt="1"/>
          </p:nvPr>
        </p:nvSpPr>
        <p:spPr>
          <a:xfrm>
            <a:off x="475488" y="896112"/>
            <a:ext cx="11247120" cy="28346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a:spLocks noGrp="1"/>
          </p:cNvSpPr>
          <p:nvPr>
            <p:ph type="body" idx="105" hasCustomPrompt="1"/>
          </p:nvPr>
        </p:nvSpPr>
        <p:spPr>
          <a:xfrm>
            <a:off x="475488" y="1207008"/>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a:spLocks noGrp="1"/>
          </p:cNvSpPr>
          <p:nvPr>
            <p:ph type="body" idx="106" hasCustomPrompt="1"/>
          </p:nvPr>
        </p:nvSpPr>
        <p:spPr>
          <a:xfrm>
            <a:off x="6501384" y="1207008"/>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a:spLocks noGrp="1"/>
          </p:cNvSpPr>
          <p:nvPr>
            <p:ph type="body" idx="107" hasCustomPrompt="1"/>
          </p:nvPr>
        </p:nvSpPr>
        <p:spPr>
          <a:xfrm>
            <a:off x="475488" y="3611880"/>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a:spLocks noGrp="1"/>
          </p:cNvSpPr>
          <p:nvPr>
            <p:ph type="body" idx="108" hasCustomPrompt="1"/>
          </p:nvPr>
        </p:nvSpPr>
        <p:spPr>
          <a:xfrm>
            <a:off x="6501384" y="3611880"/>
            <a:ext cx="5212080" cy="2011680"/>
          </a:xfrm>
          <a:prstGeom prst="rect">
            <a:avLst/>
          </a:prstGeom>
          <a:noFill/>
          <a:ln/>
        </p:spPr>
        <p:txBody>
          <a:bodyPr wrap="square" rtlCol="0"/>
          <a:lstStyle>
            <a:lvl1pPr marL="0" indent="0" algn="l">
              <a:spcAft>
                <a:spcPts val="600"/>
              </a:spcAft>
              <a:buNone/>
              <a:defRPr lang="en-US" sz="12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1" name="Text 1"/>
          <p:cNvSpPr>
            <a:spLocks noGrp="1"/>
          </p:cNvSpPr>
          <p:nvPr>
            <p:ph type="body" idx="109"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2" name="Text 1"/>
          <p:cNvSpPr>
            <a:spLocks noGrp="1"/>
          </p:cNvSpPr>
          <p:nvPr>
            <p:ph type="body" idx="110" hasCustomPrompt="1"/>
          </p:nvPr>
        </p:nvSpPr>
        <p:spPr>
          <a:xfrm>
            <a:off x="475488" y="5733288"/>
            <a:ext cx="11247120" cy="530352"/>
          </a:xfrm>
          <a:prstGeom prst="rect">
            <a:avLst/>
          </a:prstGeom>
          <a:noFill/>
          <a:ln/>
        </p:spPr>
        <p:txBody>
          <a:bodyPr wrap="square" rtlCol="0"/>
          <a:lstStyle>
            <a:lvl1pPr marL="0" indent="0" algn="l">
              <a:buNone/>
              <a:defRPr lang="en-US" sz="700" dirty="0">
                <a:solidFill>
                  <a:srgbClr val="000000"/>
                </a:solidFill>
                <a:latin typeface="Arial" pitchFamily="34" charset="0"/>
                <a:ea typeface="Arial" pitchFamily="34" charset="-122"/>
                <a:cs typeface="Arial" pitchFamily="34" charset="-120"/>
              </a:defRPr>
            </a:lvl1pPr>
          </a:lstStyle>
          <a:p>
            <a:pPr marL="0" indent="0" algn="l">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TITLES</a:t>
            </a:r>
            <a:endParaRPr lang="en-US" sz="1400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hite - reports and presentations (hIH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374904"/>
            <a:ext cx="1335024" cy="640080"/>
          </a:xfrm>
          <a:prstGeom prst="rect">
            <a:avLst/>
          </a:prstGeom>
        </p:spPr>
      </p:pic>
      <p:sp>
        <p:nvSpPr>
          <p:cNvPr id="3" name="Text 0"/>
          <p:cNvSpPr>
            <a:spLocks noGrp="1"/>
          </p:cNvSpPr>
          <p:nvPr>
            <p:ph type="title" idx="101" hasCustomPrompt="1"/>
          </p:nvPr>
        </p:nvSpPr>
        <p:spPr>
          <a:xfrm>
            <a:off x="475488" y="1316736"/>
            <a:ext cx="7370064" cy="1865376"/>
          </a:xfrm>
          <a:prstGeom prst="rect">
            <a:avLst/>
          </a:prstGeom>
          <a:noFill/>
          <a:ln/>
        </p:spPr>
        <p:txBody>
          <a:bodyPr wrap="square" rtlCol="0"/>
          <a:lstStyle>
            <a:lvl1pPr marL="0" indent="0" algn="l">
              <a:buNone/>
              <a:defRPr lang="en-US" sz="4400" dirty="0">
                <a:solidFill>
                  <a:srgbClr val="000000"/>
                </a:solidFill>
                <a:latin typeface="Arial" pitchFamily="34" charset="0"/>
                <a:ea typeface="Arial" pitchFamily="34" charset="-122"/>
                <a:cs typeface="Arial" pitchFamily="34" charset="-120"/>
              </a:defRPr>
            </a:lvl1pPr>
          </a:lstStyle>
          <a:p>
            <a:pPr marL="0" indent="0" algn="l">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75488" y="3182112"/>
            <a:ext cx="7187184" cy="576072"/>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475488" y="3977640"/>
            <a:ext cx="7187184" cy="186537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475488" y="5980176"/>
            <a:ext cx="3035808" cy="219456"/>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type="body" idx="105" hasCustomPrompt="1"/>
          </p:nvPr>
        </p:nvSpPr>
        <p:spPr>
          <a:xfrm>
            <a:off x="475488" y="1234440"/>
            <a:ext cx="5532120" cy="237744"/>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a:spLocks noGrp="1"/>
          </p:cNvSpPr>
          <p:nvPr>
            <p:ph type="body" idx="106" hasCustomPrompt="1"/>
          </p:nvPr>
        </p:nvSpPr>
        <p:spPr>
          <a:xfrm>
            <a:off x="7251192" y="356616"/>
            <a:ext cx="4471416" cy="237744"/>
          </a:xfrm>
          <a:prstGeom prst="rect">
            <a:avLst/>
          </a:prstGeom>
          <a:noFill/>
          <a:ln/>
        </p:spPr>
        <p:txBody>
          <a:bodyPr wrap="square" rtlCol="0"/>
          <a:lstStyle>
            <a:lvl1pPr marL="0" indent="0" algn="r">
              <a:buNone/>
              <a:defRPr lang="en-US" sz="1200" b="1" dirty="0">
                <a:solidFill>
                  <a:srgbClr val="D6002A"/>
                </a:solidFill>
                <a:latin typeface="Arial" pitchFamily="34" charset="0"/>
                <a:ea typeface="Arial" pitchFamily="34" charset="-122"/>
                <a:cs typeface="Arial" pitchFamily="34" charset="-120"/>
              </a:defRPr>
            </a:lvl1pPr>
          </a:lstStyle>
          <a:p>
            <a:pPr marL="0" indent="0" algn="r">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a:spLocks noGrp="1"/>
          </p:cNvSpPr>
          <p:nvPr>
            <p:ph idx="107" hasCustomPrompt="1"/>
          </p:nvPr>
        </p:nvSpPr>
        <p:spPr>
          <a:xfrm>
            <a:off x="7909560" y="1289304"/>
            <a:ext cx="4288536" cy="4928616"/>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ERA_Title White - reports and presentations (hIH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418adc000db6975eba050516701316a2.png"/>
          <p:cNvPicPr>
            <a:picLocks noChangeAspect="1"/>
          </p:cNvPicPr>
          <p:nvPr/>
        </p:nvPicPr>
        <p:blipFill>
          <a:blip r:embed="rId2"/>
          <a:stretch>
            <a:fillRect/>
          </a:stretch>
        </p:blipFill>
        <p:spPr>
          <a:xfrm>
            <a:off x="374904" y="164592"/>
            <a:ext cx="1728216" cy="1344168"/>
          </a:xfrm>
          <a:prstGeom prst="rect">
            <a:avLst/>
          </a:prstGeom>
        </p:spPr>
      </p:pic>
      <p:sp>
        <p:nvSpPr>
          <p:cNvPr id="3" name="Text 0"/>
          <p:cNvSpPr>
            <a:spLocks noGrp="1"/>
          </p:cNvSpPr>
          <p:nvPr>
            <p:ph type="title" idx="101" hasCustomPrompt="1"/>
          </p:nvPr>
        </p:nvSpPr>
        <p:spPr>
          <a:xfrm>
            <a:off x="475488" y="1828800"/>
            <a:ext cx="7370064" cy="1362456"/>
          </a:xfrm>
          <a:prstGeom prst="rect">
            <a:avLst/>
          </a:prstGeom>
          <a:noFill/>
          <a:ln/>
        </p:spPr>
        <p:txBody>
          <a:bodyPr wrap="square" rtlCol="0"/>
          <a:lstStyle>
            <a:lvl1pPr marL="0" indent="0" algn="l">
              <a:buNone/>
              <a:defRPr lang="en-US" sz="4400" dirty="0">
                <a:solidFill>
                  <a:srgbClr val="000000"/>
                </a:solidFill>
                <a:latin typeface="Arial" pitchFamily="34" charset="0"/>
                <a:ea typeface="Arial" pitchFamily="34" charset="-122"/>
                <a:cs typeface="Arial" pitchFamily="34" charset="-120"/>
              </a:defRPr>
            </a:lvl1pPr>
          </a:lstStyle>
          <a:p>
            <a:pPr marL="0" indent="0" algn="l">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75488" y="3182112"/>
            <a:ext cx="7187184" cy="576072"/>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475488" y="3977640"/>
            <a:ext cx="7187184" cy="186537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475488" y="5980176"/>
            <a:ext cx="3035808" cy="219456"/>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type="body" idx="105" hasCustomPrompt="1"/>
          </p:nvPr>
        </p:nvSpPr>
        <p:spPr>
          <a:xfrm>
            <a:off x="475488" y="1453896"/>
            <a:ext cx="5532120" cy="237744"/>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a:spLocks noGrp="1"/>
          </p:cNvSpPr>
          <p:nvPr>
            <p:ph type="body" idx="106" hasCustomPrompt="1"/>
          </p:nvPr>
        </p:nvSpPr>
        <p:spPr>
          <a:xfrm>
            <a:off x="7251192" y="356616"/>
            <a:ext cx="4471416" cy="237744"/>
          </a:xfrm>
          <a:prstGeom prst="rect">
            <a:avLst/>
          </a:prstGeom>
          <a:noFill/>
          <a:ln/>
        </p:spPr>
        <p:txBody>
          <a:bodyPr wrap="square" rtlCol="0"/>
          <a:lstStyle>
            <a:lvl1pPr marL="0" indent="0" algn="r">
              <a:buNone/>
              <a:defRPr lang="en-US" sz="1200" b="1" dirty="0">
                <a:solidFill>
                  <a:srgbClr val="D6002A"/>
                </a:solidFill>
                <a:latin typeface="Arial" pitchFamily="34" charset="0"/>
                <a:ea typeface="Arial" pitchFamily="34" charset="-122"/>
                <a:cs typeface="Arial" pitchFamily="34" charset="-120"/>
              </a:defRPr>
            </a:lvl1pPr>
          </a:lstStyle>
          <a:p>
            <a:pPr marL="0" indent="0" algn="r">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a:spLocks noGrp="1"/>
          </p:cNvSpPr>
          <p:nvPr>
            <p:ph idx="107" hasCustomPrompt="1"/>
          </p:nvPr>
        </p:nvSpPr>
        <p:spPr>
          <a:xfrm>
            <a:off x="7909560" y="1289304"/>
            <a:ext cx="4288536" cy="4928616"/>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orizons_Title White - reports and presentations (hIH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d5ad6bd8e70d69ecacac889180eb7b80.png"/>
          <p:cNvPicPr>
            <a:picLocks noChangeAspect="1"/>
          </p:cNvPicPr>
          <p:nvPr/>
        </p:nvPicPr>
        <p:blipFill>
          <a:blip r:embed="rId2"/>
          <a:stretch>
            <a:fillRect/>
          </a:stretch>
        </p:blipFill>
        <p:spPr>
          <a:xfrm>
            <a:off x="374904" y="164592"/>
            <a:ext cx="1728216" cy="1344168"/>
          </a:xfrm>
          <a:prstGeom prst="rect">
            <a:avLst/>
          </a:prstGeom>
        </p:spPr>
      </p:pic>
      <p:sp>
        <p:nvSpPr>
          <p:cNvPr id="3" name="Text 0"/>
          <p:cNvSpPr>
            <a:spLocks noGrp="1"/>
          </p:cNvSpPr>
          <p:nvPr>
            <p:ph type="title" idx="101" hasCustomPrompt="1"/>
          </p:nvPr>
        </p:nvSpPr>
        <p:spPr>
          <a:xfrm>
            <a:off x="475488" y="1828800"/>
            <a:ext cx="7370064" cy="1362456"/>
          </a:xfrm>
          <a:prstGeom prst="rect">
            <a:avLst/>
          </a:prstGeom>
          <a:noFill/>
          <a:ln/>
        </p:spPr>
        <p:txBody>
          <a:bodyPr wrap="square" rtlCol="0"/>
          <a:lstStyle>
            <a:lvl1pPr marL="0" indent="0" algn="l">
              <a:buNone/>
              <a:defRPr lang="en-US" sz="4400" dirty="0">
                <a:solidFill>
                  <a:srgbClr val="000000"/>
                </a:solidFill>
                <a:latin typeface="Arial" pitchFamily="34" charset="0"/>
                <a:ea typeface="Arial" pitchFamily="34" charset="-122"/>
                <a:cs typeface="Arial" pitchFamily="34" charset="-120"/>
              </a:defRPr>
            </a:lvl1pPr>
          </a:lstStyle>
          <a:p>
            <a:pPr marL="0" indent="0" algn="l">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75488" y="3182112"/>
            <a:ext cx="7187184" cy="576072"/>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475488" y="3977640"/>
            <a:ext cx="7187184" cy="186537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475488" y="5980176"/>
            <a:ext cx="3035808" cy="219456"/>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type="body" idx="105" hasCustomPrompt="1"/>
          </p:nvPr>
        </p:nvSpPr>
        <p:spPr>
          <a:xfrm>
            <a:off x="475488" y="1453896"/>
            <a:ext cx="5532120" cy="237744"/>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a:spLocks noGrp="1"/>
          </p:cNvSpPr>
          <p:nvPr>
            <p:ph type="body" idx="106" hasCustomPrompt="1"/>
          </p:nvPr>
        </p:nvSpPr>
        <p:spPr>
          <a:xfrm>
            <a:off x="7251192" y="356616"/>
            <a:ext cx="4471416" cy="237744"/>
          </a:xfrm>
          <a:prstGeom prst="rect">
            <a:avLst/>
          </a:prstGeom>
          <a:noFill/>
          <a:ln/>
        </p:spPr>
        <p:txBody>
          <a:bodyPr wrap="square" rtlCol="0"/>
          <a:lstStyle>
            <a:lvl1pPr marL="0" indent="0" algn="r">
              <a:buNone/>
              <a:defRPr lang="en-US" sz="1200" b="1" dirty="0">
                <a:solidFill>
                  <a:srgbClr val="D6002A"/>
                </a:solidFill>
                <a:latin typeface="Arial" pitchFamily="34" charset="0"/>
                <a:ea typeface="Arial" pitchFamily="34" charset="-122"/>
                <a:cs typeface="Arial" pitchFamily="34" charset="-120"/>
              </a:defRPr>
            </a:lvl1pPr>
          </a:lstStyle>
          <a:p>
            <a:pPr marL="0" indent="0" algn="r">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a:spLocks noGrp="1"/>
          </p:cNvSpPr>
          <p:nvPr>
            <p:ph idx="107" hasCustomPrompt="1"/>
          </p:nvPr>
        </p:nvSpPr>
        <p:spPr>
          <a:xfrm>
            <a:off x="7909560" y="1289304"/>
            <a:ext cx="4288536" cy="4928616"/>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latts_Title White - reports and presentations (hIH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ecdb183a8099b77840e7badf9d33b8eb.png"/>
          <p:cNvPicPr>
            <a:picLocks noChangeAspect="1"/>
          </p:cNvPicPr>
          <p:nvPr/>
        </p:nvPicPr>
        <p:blipFill>
          <a:blip r:embed="rId2"/>
          <a:stretch>
            <a:fillRect/>
          </a:stretch>
        </p:blipFill>
        <p:spPr>
          <a:xfrm>
            <a:off x="374904" y="164592"/>
            <a:ext cx="1728216" cy="1344168"/>
          </a:xfrm>
          <a:prstGeom prst="rect">
            <a:avLst/>
          </a:prstGeom>
        </p:spPr>
      </p:pic>
      <p:sp>
        <p:nvSpPr>
          <p:cNvPr id="3" name="Text 0"/>
          <p:cNvSpPr>
            <a:spLocks noGrp="1"/>
          </p:cNvSpPr>
          <p:nvPr>
            <p:ph type="title" idx="101" hasCustomPrompt="1"/>
          </p:nvPr>
        </p:nvSpPr>
        <p:spPr>
          <a:xfrm>
            <a:off x="475488" y="1828800"/>
            <a:ext cx="7370064" cy="1362456"/>
          </a:xfrm>
          <a:prstGeom prst="rect">
            <a:avLst/>
          </a:prstGeom>
          <a:noFill/>
          <a:ln/>
        </p:spPr>
        <p:txBody>
          <a:bodyPr wrap="square" rtlCol="0"/>
          <a:lstStyle>
            <a:lvl1pPr marL="0" indent="0" algn="l">
              <a:buNone/>
              <a:defRPr lang="en-US" sz="4400" dirty="0">
                <a:solidFill>
                  <a:srgbClr val="000000"/>
                </a:solidFill>
                <a:latin typeface="Arial" pitchFamily="34" charset="0"/>
                <a:ea typeface="Arial" pitchFamily="34" charset="-122"/>
                <a:cs typeface="Arial" pitchFamily="34" charset="-120"/>
              </a:defRPr>
            </a:lvl1pPr>
          </a:lstStyle>
          <a:p>
            <a:pPr marL="0" indent="0" algn="l">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75488" y="3182112"/>
            <a:ext cx="7187184" cy="576072"/>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475488" y="3977640"/>
            <a:ext cx="7187184" cy="186537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475488" y="5980176"/>
            <a:ext cx="3035808" cy="219456"/>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type="body" idx="105" hasCustomPrompt="1"/>
          </p:nvPr>
        </p:nvSpPr>
        <p:spPr>
          <a:xfrm>
            <a:off x="475488" y="1453896"/>
            <a:ext cx="5532120" cy="237744"/>
          </a:xfrm>
          <a:prstGeom prst="rect">
            <a:avLst/>
          </a:prstGeom>
          <a:noFill/>
          <a:ln/>
        </p:spPr>
        <p:txBody>
          <a:bodyPr wrap="square" rtlCol="0"/>
          <a:lstStyle>
            <a:lvl1pPr marL="0" indent="0" algn="l">
              <a:buNone/>
              <a:defRPr lang="en-US" sz="1200" dirty="0">
                <a:solidFill>
                  <a:srgbClr val="000000"/>
                </a:solidFill>
                <a:latin typeface="Arial" pitchFamily="34" charset="0"/>
                <a:ea typeface="Arial" pitchFamily="34" charset="-122"/>
                <a:cs typeface="Arial" pitchFamily="34" charset="-120"/>
              </a:defRPr>
            </a:lvl1pPr>
          </a:lstStyle>
          <a:p>
            <a:pPr marL="0" indent="0" algn="l">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a:spLocks noGrp="1"/>
          </p:cNvSpPr>
          <p:nvPr>
            <p:ph type="body" idx="106" hasCustomPrompt="1"/>
          </p:nvPr>
        </p:nvSpPr>
        <p:spPr>
          <a:xfrm>
            <a:off x="7251192" y="356616"/>
            <a:ext cx="4471416" cy="237744"/>
          </a:xfrm>
          <a:prstGeom prst="rect">
            <a:avLst/>
          </a:prstGeom>
          <a:noFill/>
          <a:ln/>
        </p:spPr>
        <p:txBody>
          <a:bodyPr wrap="square" rtlCol="0"/>
          <a:lstStyle>
            <a:lvl1pPr marL="0" indent="0" algn="r">
              <a:buNone/>
              <a:defRPr lang="en-US" sz="1200" b="1" dirty="0">
                <a:solidFill>
                  <a:srgbClr val="D6002A"/>
                </a:solidFill>
                <a:latin typeface="Arial" pitchFamily="34" charset="0"/>
                <a:ea typeface="Arial" pitchFamily="34" charset="-122"/>
                <a:cs typeface="Arial" pitchFamily="34" charset="-120"/>
              </a:defRPr>
            </a:lvl1pPr>
          </a:lstStyle>
          <a:p>
            <a:pPr marL="0" indent="0" algn="r">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a:spLocks noGrp="1"/>
          </p:cNvSpPr>
          <p:nvPr>
            <p:ph idx="107" hasCustomPrompt="1"/>
          </p:nvPr>
        </p:nvSpPr>
        <p:spPr>
          <a:xfrm>
            <a:off x="7909560" y="1289304"/>
            <a:ext cx="4288536" cy="4928616"/>
          </a:xfrm>
          <a:prstGeom prst="rect">
            <a:avLst/>
          </a:prstGeom>
          <a:noFill/>
          <a:ln/>
        </p:spPr>
        <p:txBody>
          <a:bodyPr wrap="square" rtlCol="0"/>
          <a:lstStyle>
            <a:lvl1pPr marL="0" indent="0">
              <a:buNone/>
              <a:defRPr lang="en-US" dirty="0"/>
            </a:lvl1pPr>
          </a:lstStyle>
          <a:p>
            <a:pPr marL="0" indent="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Image Bottom">
    <p:bg>
      <p:bgPr>
        <a:solidFill>
          <a:srgbClr val="000000"/>
        </a:solidFill>
        <a:effectLst/>
      </p:bgPr>
    </p:bg>
    <p:spTree>
      <p:nvGrpSpPr>
        <p:cNvPr id="1" name=""/>
        <p:cNvGrpSpPr/>
        <p:nvPr/>
      </p:nvGrpSpPr>
      <p:grpSpPr>
        <a:xfrm>
          <a:off x="0" y="0"/>
          <a:ext cx="0" cy="0"/>
          <a:chOff x="0" y="0"/>
          <a:chExt cx="0" cy="0"/>
        </a:xfrm>
      </p:grpSpPr>
      <p:pic>
        <p:nvPicPr>
          <p:cNvPr id="2" name="Image 0" descr="https://snp-mediaportal.qbank.se/assets/deployedFiles/4ebf46970dd30ed73bbae53c35377a40.png"/>
          <p:cNvPicPr>
            <a:picLocks noChangeAspect="1"/>
          </p:cNvPicPr>
          <p:nvPr/>
        </p:nvPicPr>
        <p:blipFill>
          <a:blip r:embed="rId2"/>
          <a:stretch>
            <a:fillRect/>
          </a:stretch>
        </p:blipFill>
        <p:spPr>
          <a:xfrm>
            <a:off x="557784" y="374904"/>
            <a:ext cx="1335024" cy="640080"/>
          </a:xfrm>
          <a:prstGeom prst="rect">
            <a:avLst/>
          </a:prstGeom>
        </p:spPr>
      </p:pic>
      <p:sp>
        <p:nvSpPr>
          <p:cNvPr id="3" name="Text 0"/>
          <p:cNvSpPr>
            <a:spLocks noGrp="1"/>
          </p:cNvSpPr>
          <p:nvPr>
            <p:ph type="title" idx="101" hasCustomPrompt="1"/>
          </p:nvPr>
        </p:nvSpPr>
        <p:spPr>
          <a:xfrm>
            <a:off x="466344" y="1243584"/>
            <a:ext cx="7296912" cy="1865376"/>
          </a:xfrm>
          <a:prstGeom prst="rect">
            <a:avLst/>
          </a:prstGeom>
          <a:noFill/>
          <a:ln/>
        </p:spPr>
        <p:txBody>
          <a:bodyPr wrap="square" rtlCol="0"/>
          <a:lstStyle>
            <a:lvl1pPr marL="0" indent="0" algn="l">
              <a:buNone/>
              <a:defRPr lang="en-US" sz="4400" dirty="0">
                <a:solidFill>
                  <a:srgbClr val="FFFFFF"/>
                </a:solidFill>
                <a:latin typeface="Arial" pitchFamily="34" charset="0"/>
                <a:ea typeface="Arial" pitchFamily="34" charset="-122"/>
                <a:cs typeface="Arial" pitchFamily="34" charset="-120"/>
              </a:defRPr>
            </a:lvl1pPr>
          </a:lstStyle>
          <a:p>
            <a:pPr marL="0" indent="0" algn="l">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66344" y="3118104"/>
            <a:ext cx="7296912" cy="402336"/>
          </a:xfrm>
          <a:prstGeom prst="rect">
            <a:avLst/>
          </a:prstGeom>
          <a:noFill/>
          <a:ln/>
        </p:spPr>
        <p:txBody>
          <a:bodyPr wrap="square" rtlCol="0"/>
          <a:lstStyle>
            <a:lvl1pPr marL="0" indent="0" algn="l">
              <a:buNone/>
              <a:defRPr lang="en-US" sz="1800" dirty="0">
                <a:solidFill>
                  <a:srgbClr val="FFFFFF"/>
                </a:solidFill>
                <a:latin typeface="Arial" pitchFamily="34" charset="0"/>
                <a:ea typeface="Arial" pitchFamily="34" charset="-122"/>
                <a:cs typeface="Arial" pitchFamily="34" charset="-120"/>
              </a:defRPr>
            </a:lvl1pPr>
          </a:lstStyle>
          <a:p>
            <a:pPr marL="0" indent="0" algn="l">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8503920" y="1417320"/>
            <a:ext cx="3218688" cy="1691640"/>
          </a:xfrm>
          <a:prstGeom prst="rect">
            <a:avLst/>
          </a:prstGeom>
          <a:noFill/>
          <a:ln/>
        </p:spPr>
        <p:txBody>
          <a:bodyPr wrap="square" rtlCol="0"/>
          <a:lstStyle>
            <a:lvl1pPr marL="0" indent="0" algn="l">
              <a:buNone/>
              <a:defRPr lang="en-US" sz="1600" dirty="0">
                <a:solidFill>
                  <a:srgbClr val="FFFFFF"/>
                </a:solidFill>
                <a:latin typeface="Arial" pitchFamily="34" charset="0"/>
                <a:ea typeface="Arial" pitchFamily="34" charset="-122"/>
                <a:cs typeface="Arial" pitchFamily="34" charset="-120"/>
              </a:defRPr>
            </a:lvl1pPr>
          </a:lstStyle>
          <a:p>
            <a:pPr marL="0" indent="0" algn="l">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8503920" y="3108960"/>
            <a:ext cx="3072384" cy="292608"/>
          </a:xfrm>
          <a:prstGeom prst="rect">
            <a:avLst/>
          </a:prstGeom>
          <a:noFill/>
          <a:ln/>
        </p:spPr>
        <p:txBody>
          <a:bodyPr wrap="square" rtlCol="0"/>
          <a:lstStyle>
            <a:lvl1pPr marL="0" indent="0" algn="l">
              <a:buNone/>
              <a:defRPr lang="en-US" sz="1200" dirty="0">
                <a:solidFill>
                  <a:srgbClr val="FFFFFF"/>
                </a:solidFill>
                <a:latin typeface="Arial" pitchFamily="34" charset="0"/>
                <a:ea typeface="Arial" pitchFamily="34" charset="-122"/>
                <a:cs typeface="Arial" pitchFamily="34" charset="-120"/>
              </a:defRPr>
            </a:lvl1pPr>
          </a:lstStyle>
          <a:p>
            <a:pPr marL="0" indent="0" algn="l">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idx="105" hasCustomPrompt="1"/>
          </p:nvPr>
        </p:nvSpPr>
        <p:spPr>
          <a:xfrm>
            <a:off x="0" y="3694176"/>
            <a:ext cx="12188952" cy="3163824"/>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ERA_Title Image Bottom">
    <p:bg>
      <p:bgPr>
        <a:solidFill>
          <a:srgbClr val="000000"/>
        </a:solidFill>
        <a:effectLst/>
      </p:bgPr>
    </p:bg>
    <p:spTree>
      <p:nvGrpSpPr>
        <p:cNvPr id="1" name=""/>
        <p:cNvGrpSpPr/>
        <p:nvPr/>
      </p:nvGrpSpPr>
      <p:grpSpPr>
        <a:xfrm>
          <a:off x="0" y="0"/>
          <a:ext cx="0" cy="0"/>
          <a:chOff x="0" y="0"/>
          <a:chExt cx="0" cy="0"/>
        </a:xfrm>
      </p:grpSpPr>
      <p:pic>
        <p:nvPicPr>
          <p:cNvPr id="2" name="Image 0" descr="https://snp-mediaportal.qbank.se/assets/deployedFiles/d12e3b8f6dbebecab0c45e7c9c74af84.png"/>
          <p:cNvPicPr>
            <a:picLocks noChangeAspect="1"/>
          </p:cNvPicPr>
          <p:nvPr/>
        </p:nvPicPr>
        <p:blipFill>
          <a:blip r:embed="rId2"/>
          <a:stretch>
            <a:fillRect/>
          </a:stretch>
        </p:blipFill>
        <p:spPr>
          <a:xfrm>
            <a:off x="374904" y="164592"/>
            <a:ext cx="1728216" cy="1344168"/>
          </a:xfrm>
          <a:prstGeom prst="rect">
            <a:avLst/>
          </a:prstGeom>
        </p:spPr>
      </p:pic>
      <p:sp>
        <p:nvSpPr>
          <p:cNvPr id="3" name="Text 0"/>
          <p:cNvSpPr>
            <a:spLocks noGrp="1"/>
          </p:cNvSpPr>
          <p:nvPr>
            <p:ph type="title" idx="101" hasCustomPrompt="1"/>
          </p:nvPr>
        </p:nvSpPr>
        <p:spPr>
          <a:xfrm>
            <a:off x="466344" y="1682496"/>
            <a:ext cx="7370064" cy="1426464"/>
          </a:xfrm>
          <a:prstGeom prst="rect">
            <a:avLst/>
          </a:prstGeom>
          <a:noFill/>
          <a:ln/>
        </p:spPr>
        <p:txBody>
          <a:bodyPr wrap="square" rtlCol="0"/>
          <a:lstStyle>
            <a:lvl1pPr marL="0" indent="0" algn="l">
              <a:buNone/>
              <a:defRPr lang="en-US" sz="4400" dirty="0">
                <a:solidFill>
                  <a:srgbClr val="FFFFFF"/>
                </a:solidFill>
                <a:latin typeface="Arial" pitchFamily="34" charset="0"/>
                <a:ea typeface="Arial" pitchFamily="34" charset="-122"/>
                <a:cs typeface="Arial" pitchFamily="34" charset="-120"/>
              </a:defRPr>
            </a:lvl1pPr>
          </a:lstStyle>
          <a:p>
            <a:pPr marL="0" indent="0" algn="l">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66344" y="3118104"/>
            <a:ext cx="7296912" cy="402336"/>
          </a:xfrm>
          <a:prstGeom prst="rect">
            <a:avLst/>
          </a:prstGeom>
          <a:noFill/>
          <a:ln/>
        </p:spPr>
        <p:txBody>
          <a:bodyPr wrap="square" rtlCol="0"/>
          <a:lstStyle>
            <a:lvl1pPr marL="0" indent="0" algn="l">
              <a:buNone/>
              <a:defRPr lang="en-US" sz="1800" dirty="0">
                <a:solidFill>
                  <a:srgbClr val="FFFFFF"/>
                </a:solidFill>
                <a:latin typeface="Arial" pitchFamily="34" charset="0"/>
                <a:ea typeface="Arial" pitchFamily="34" charset="-122"/>
                <a:cs typeface="Arial" pitchFamily="34" charset="-120"/>
              </a:defRPr>
            </a:lvl1pPr>
          </a:lstStyle>
          <a:p>
            <a:pPr marL="0" indent="0" algn="l">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8503920" y="1417320"/>
            <a:ext cx="3218688" cy="1691640"/>
          </a:xfrm>
          <a:prstGeom prst="rect">
            <a:avLst/>
          </a:prstGeom>
          <a:noFill/>
          <a:ln/>
        </p:spPr>
        <p:txBody>
          <a:bodyPr wrap="square" rtlCol="0"/>
          <a:lstStyle>
            <a:lvl1pPr marL="0" indent="0" algn="l">
              <a:buNone/>
              <a:defRPr lang="en-US" sz="1600" dirty="0">
                <a:solidFill>
                  <a:srgbClr val="FFFFFF"/>
                </a:solidFill>
                <a:latin typeface="Arial" pitchFamily="34" charset="0"/>
                <a:ea typeface="Arial" pitchFamily="34" charset="-122"/>
                <a:cs typeface="Arial" pitchFamily="34" charset="-120"/>
              </a:defRPr>
            </a:lvl1pPr>
          </a:lstStyle>
          <a:p>
            <a:pPr marL="0" indent="0" algn="l">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8503920" y="3108960"/>
            <a:ext cx="3072384" cy="292608"/>
          </a:xfrm>
          <a:prstGeom prst="rect">
            <a:avLst/>
          </a:prstGeom>
          <a:noFill/>
          <a:ln/>
        </p:spPr>
        <p:txBody>
          <a:bodyPr wrap="square" rtlCol="0"/>
          <a:lstStyle>
            <a:lvl1pPr marL="0" indent="0" algn="l">
              <a:buNone/>
              <a:defRPr lang="en-US" sz="1200" dirty="0">
                <a:solidFill>
                  <a:srgbClr val="FFFFFF"/>
                </a:solidFill>
                <a:latin typeface="Arial" pitchFamily="34" charset="0"/>
                <a:ea typeface="Arial" pitchFamily="34" charset="-122"/>
                <a:cs typeface="Arial" pitchFamily="34" charset="-120"/>
              </a:defRPr>
            </a:lvl1pPr>
          </a:lstStyle>
          <a:p>
            <a:pPr marL="0" indent="0" algn="l">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idx="105" hasCustomPrompt="1"/>
          </p:nvPr>
        </p:nvSpPr>
        <p:spPr>
          <a:xfrm>
            <a:off x="0" y="3694176"/>
            <a:ext cx="12188952" cy="3163824"/>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Horizons_Title Image Bottom">
    <p:bg>
      <p:bgPr>
        <a:solidFill>
          <a:srgbClr val="000000"/>
        </a:solidFill>
        <a:effectLst/>
      </p:bgPr>
    </p:bg>
    <p:spTree>
      <p:nvGrpSpPr>
        <p:cNvPr id="1" name=""/>
        <p:cNvGrpSpPr/>
        <p:nvPr/>
      </p:nvGrpSpPr>
      <p:grpSpPr>
        <a:xfrm>
          <a:off x="0" y="0"/>
          <a:ext cx="0" cy="0"/>
          <a:chOff x="0" y="0"/>
          <a:chExt cx="0" cy="0"/>
        </a:xfrm>
      </p:grpSpPr>
      <p:pic>
        <p:nvPicPr>
          <p:cNvPr id="2" name="Image 0" descr="https://snp-mediaportal.qbank.se/assets/deployedFiles/709817fd1c126c2f0bf173c6d1e55147.png"/>
          <p:cNvPicPr>
            <a:picLocks noChangeAspect="1"/>
          </p:cNvPicPr>
          <p:nvPr/>
        </p:nvPicPr>
        <p:blipFill>
          <a:blip r:embed="rId2"/>
          <a:stretch>
            <a:fillRect/>
          </a:stretch>
        </p:blipFill>
        <p:spPr>
          <a:xfrm>
            <a:off x="374904" y="164592"/>
            <a:ext cx="1728216" cy="1344168"/>
          </a:xfrm>
          <a:prstGeom prst="rect">
            <a:avLst/>
          </a:prstGeom>
        </p:spPr>
      </p:pic>
      <p:sp>
        <p:nvSpPr>
          <p:cNvPr id="3" name="Text 0"/>
          <p:cNvSpPr>
            <a:spLocks noGrp="1"/>
          </p:cNvSpPr>
          <p:nvPr>
            <p:ph type="title" idx="101" hasCustomPrompt="1"/>
          </p:nvPr>
        </p:nvSpPr>
        <p:spPr>
          <a:xfrm>
            <a:off x="466344" y="1682496"/>
            <a:ext cx="7370064" cy="1426464"/>
          </a:xfrm>
          <a:prstGeom prst="rect">
            <a:avLst/>
          </a:prstGeom>
          <a:noFill/>
          <a:ln/>
        </p:spPr>
        <p:txBody>
          <a:bodyPr wrap="square" rtlCol="0"/>
          <a:lstStyle>
            <a:lvl1pPr marL="0" indent="0" algn="l">
              <a:buNone/>
              <a:defRPr lang="en-US" sz="4400" dirty="0">
                <a:solidFill>
                  <a:srgbClr val="FFFFFF"/>
                </a:solidFill>
                <a:latin typeface="Arial" pitchFamily="34" charset="0"/>
                <a:ea typeface="Arial" pitchFamily="34" charset="-122"/>
                <a:cs typeface="Arial" pitchFamily="34" charset="-120"/>
              </a:defRPr>
            </a:lvl1pPr>
          </a:lstStyle>
          <a:p>
            <a:pPr marL="0" indent="0" algn="l">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66344" y="3118104"/>
            <a:ext cx="7296912" cy="402336"/>
          </a:xfrm>
          <a:prstGeom prst="rect">
            <a:avLst/>
          </a:prstGeom>
          <a:noFill/>
          <a:ln/>
        </p:spPr>
        <p:txBody>
          <a:bodyPr wrap="square" rtlCol="0"/>
          <a:lstStyle>
            <a:lvl1pPr marL="0" indent="0" algn="l">
              <a:buNone/>
              <a:defRPr lang="en-US" sz="1800" dirty="0">
                <a:solidFill>
                  <a:srgbClr val="FFFFFF"/>
                </a:solidFill>
                <a:latin typeface="Arial" pitchFamily="34" charset="0"/>
                <a:ea typeface="Arial" pitchFamily="34" charset="-122"/>
                <a:cs typeface="Arial" pitchFamily="34" charset="-120"/>
              </a:defRPr>
            </a:lvl1pPr>
          </a:lstStyle>
          <a:p>
            <a:pPr marL="0" indent="0" algn="l">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8503920" y="1417320"/>
            <a:ext cx="3218688" cy="1691640"/>
          </a:xfrm>
          <a:prstGeom prst="rect">
            <a:avLst/>
          </a:prstGeom>
          <a:noFill/>
          <a:ln/>
        </p:spPr>
        <p:txBody>
          <a:bodyPr wrap="square" rtlCol="0"/>
          <a:lstStyle>
            <a:lvl1pPr marL="0" indent="0" algn="l">
              <a:buNone/>
              <a:defRPr lang="en-US" sz="1600" dirty="0">
                <a:solidFill>
                  <a:srgbClr val="FFFFFF"/>
                </a:solidFill>
                <a:latin typeface="Arial" pitchFamily="34" charset="0"/>
                <a:ea typeface="Arial" pitchFamily="34" charset="-122"/>
                <a:cs typeface="Arial" pitchFamily="34" charset="-120"/>
              </a:defRPr>
            </a:lvl1pPr>
          </a:lstStyle>
          <a:p>
            <a:pPr marL="0" indent="0" algn="l">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8503920" y="3108960"/>
            <a:ext cx="3072384" cy="292608"/>
          </a:xfrm>
          <a:prstGeom prst="rect">
            <a:avLst/>
          </a:prstGeom>
          <a:noFill/>
          <a:ln/>
        </p:spPr>
        <p:txBody>
          <a:bodyPr wrap="square" rtlCol="0"/>
          <a:lstStyle>
            <a:lvl1pPr marL="0" indent="0" algn="l">
              <a:buNone/>
              <a:defRPr lang="en-US" sz="1200" dirty="0">
                <a:solidFill>
                  <a:srgbClr val="FFFFFF"/>
                </a:solidFill>
                <a:latin typeface="Arial" pitchFamily="34" charset="0"/>
                <a:ea typeface="Arial" pitchFamily="34" charset="-122"/>
                <a:cs typeface="Arial" pitchFamily="34" charset="-120"/>
              </a:defRPr>
            </a:lvl1pPr>
          </a:lstStyle>
          <a:p>
            <a:pPr marL="0" indent="0" algn="l">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idx="105" hasCustomPrompt="1"/>
          </p:nvPr>
        </p:nvSpPr>
        <p:spPr>
          <a:xfrm>
            <a:off x="0" y="3694176"/>
            <a:ext cx="12188952" cy="3163824"/>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latts_Title Image Bottom">
    <p:bg>
      <p:bgPr>
        <a:solidFill>
          <a:srgbClr val="000000"/>
        </a:solidFill>
        <a:effectLst/>
      </p:bgPr>
    </p:bg>
    <p:spTree>
      <p:nvGrpSpPr>
        <p:cNvPr id="1" name=""/>
        <p:cNvGrpSpPr/>
        <p:nvPr/>
      </p:nvGrpSpPr>
      <p:grpSpPr>
        <a:xfrm>
          <a:off x="0" y="0"/>
          <a:ext cx="0" cy="0"/>
          <a:chOff x="0" y="0"/>
          <a:chExt cx="0" cy="0"/>
        </a:xfrm>
      </p:grpSpPr>
      <p:pic>
        <p:nvPicPr>
          <p:cNvPr id="2" name="Image 0" descr="https://snp-mediaportal.qbank.se/assets/deployedFiles/a8be852af5cccc34acc8bf6c1e367535.png"/>
          <p:cNvPicPr>
            <a:picLocks noChangeAspect="1"/>
          </p:cNvPicPr>
          <p:nvPr/>
        </p:nvPicPr>
        <p:blipFill>
          <a:blip r:embed="rId2"/>
          <a:stretch>
            <a:fillRect/>
          </a:stretch>
        </p:blipFill>
        <p:spPr>
          <a:xfrm>
            <a:off x="374904" y="164592"/>
            <a:ext cx="1728216" cy="1344168"/>
          </a:xfrm>
          <a:prstGeom prst="rect">
            <a:avLst/>
          </a:prstGeom>
        </p:spPr>
      </p:pic>
      <p:sp>
        <p:nvSpPr>
          <p:cNvPr id="3" name="Text 0"/>
          <p:cNvSpPr>
            <a:spLocks noGrp="1"/>
          </p:cNvSpPr>
          <p:nvPr>
            <p:ph type="title" idx="101" hasCustomPrompt="1"/>
          </p:nvPr>
        </p:nvSpPr>
        <p:spPr>
          <a:xfrm>
            <a:off x="466344" y="1682496"/>
            <a:ext cx="7370064" cy="1426464"/>
          </a:xfrm>
          <a:prstGeom prst="rect">
            <a:avLst/>
          </a:prstGeom>
          <a:noFill/>
          <a:ln/>
        </p:spPr>
        <p:txBody>
          <a:bodyPr wrap="square" rtlCol="0"/>
          <a:lstStyle>
            <a:lvl1pPr marL="0" indent="0" algn="l">
              <a:buNone/>
              <a:defRPr lang="en-US" sz="4400" dirty="0">
                <a:solidFill>
                  <a:srgbClr val="FFFFFF"/>
                </a:solidFill>
                <a:latin typeface="Arial" pitchFamily="34" charset="0"/>
                <a:ea typeface="Arial" pitchFamily="34" charset="-122"/>
                <a:cs typeface="Arial" pitchFamily="34" charset="-120"/>
              </a:defRPr>
            </a:lvl1pPr>
          </a:lstStyle>
          <a:p>
            <a:pPr marL="0" indent="0" algn="l">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a:spLocks noGrp="1"/>
          </p:cNvSpPr>
          <p:nvPr>
            <p:ph type="body" idx="102" hasCustomPrompt="1"/>
          </p:nvPr>
        </p:nvSpPr>
        <p:spPr>
          <a:xfrm>
            <a:off x="466344" y="3118104"/>
            <a:ext cx="7296912" cy="402336"/>
          </a:xfrm>
          <a:prstGeom prst="rect">
            <a:avLst/>
          </a:prstGeom>
          <a:noFill/>
          <a:ln/>
        </p:spPr>
        <p:txBody>
          <a:bodyPr wrap="square" rtlCol="0"/>
          <a:lstStyle>
            <a:lvl1pPr marL="0" indent="0" algn="l">
              <a:buNone/>
              <a:defRPr lang="en-US" sz="1800" dirty="0">
                <a:solidFill>
                  <a:srgbClr val="FFFFFF"/>
                </a:solidFill>
                <a:latin typeface="Arial" pitchFamily="34" charset="0"/>
                <a:ea typeface="Arial" pitchFamily="34" charset="-122"/>
                <a:cs typeface="Arial" pitchFamily="34" charset="-120"/>
              </a:defRPr>
            </a:lvl1pPr>
          </a:lstStyle>
          <a:p>
            <a:pPr marL="0" indent="0" algn="l">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a:spLocks noGrp="1"/>
          </p:cNvSpPr>
          <p:nvPr>
            <p:ph type="body" idx="103" hasCustomPrompt="1"/>
          </p:nvPr>
        </p:nvSpPr>
        <p:spPr>
          <a:xfrm>
            <a:off x="8503920" y="1417320"/>
            <a:ext cx="3218688" cy="1691640"/>
          </a:xfrm>
          <a:prstGeom prst="rect">
            <a:avLst/>
          </a:prstGeom>
          <a:noFill/>
          <a:ln/>
        </p:spPr>
        <p:txBody>
          <a:bodyPr wrap="square" rtlCol="0"/>
          <a:lstStyle>
            <a:lvl1pPr marL="0" indent="0" algn="l">
              <a:buNone/>
              <a:defRPr lang="en-US" sz="1600" dirty="0">
                <a:solidFill>
                  <a:srgbClr val="FFFFFF"/>
                </a:solidFill>
                <a:latin typeface="Arial" pitchFamily="34" charset="0"/>
                <a:ea typeface="Arial" pitchFamily="34" charset="-122"/>
                <a:cs typeface="Arial" pitchFamily="34" charset="-120"/>
              </a:defRPr>
            </a:lvl1pPr>
          </a:lstStyle>
          <a:p>
            <a:pPr marL="0" indent="0" algn="l">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a:spLocks noGrp="1"/>
          </p:cNvSpPr>
          <p:nvPr>
            <p:ph idx="104" hasCustomPrompt="1"/>
          </p:nvPr>
        </p:nvSpPr>
        <p:spPr>
          <a:xfrm>
            <a:off x="8503920" y="3108960"/>
            <a:ext cx="3072384" cy="292608"/>
          </a:xfrm>
          <a:prstGeom prst="rect">
            <a:avLst/>
          </a:prstGeom>
          <a:noFill/>
          <a:ln/>
        </p:spPr>
        <p:txBody>
          <a:bodyPr wrap="square" rtlCol="0"/>
          <a:lstStyle>
            <a:lvl1pPr marL="0" indent="0" algn="l">
              <a:buNone/>
              <a:defRPr lang="en-US" sz="1200" dirty="0">
                <a:solidFill>
                  <a:srgbClr val="FFFFFF"/>
                </a:solidFill>
                <a:latin typeface="Arial" pitchFamily="34" charset="0"/>
                <a:ea typeface="Arial" pitchFamily="34" charset="-122"/>
                <a:cs typeface="Arial" pitchFamily="34" charset="-120"/>
              </a:defRPr>
            </a:lvl1pPr>
          </a:lstStyle>
          <a:p>
            <a:pPr marL="0" indent="0" algn="l">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a:spLocks noGrp="1"/>
          </p:cNvSpPr>
          <p:nvPr>
            <p:ph idx="105" hasCustomPrompt="1"/>
          </p:nvPr>
        </p:nvSpPr>
        <p:spPr>
          <a:xfrm>
            <a:off x="0" y="3694176"/>
            <a:ext cx="12188952" cy="3163824"/>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marL="0" indent="0" algn="r">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TOC/AGENDA</a:t>
            </a:r>
            <a:endParaRPr lang="en-US" sz="14000"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 Photo 2">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66344" y="402336"/>
            <a:ext cx="5394960" cy="4846320"/>
          </a:xfrm>
          <a:prstGeom prst="rect">
            <a:avLst/>
          </a:prstGeom>
          <a:noFill/>
          <a:ln/>
        </p:spPr>
        <p:txBody>
          <a:bodyPr wrap="square" rtlCol="0"/>
          <a:lstStyle>
            <a:lvl1pPr marL="0" indent="0" algn="l">
              <a:buNone/>
              <a:defRPr lang="en-US" sz="4000" dirty="0">
                <a:solidFill>
                  <a:srgbClr val="000000"/>
                </a:solidFill>
                <a:latin typeface="Arial" pitchFamily="34" charset="0"/>
                <a:ea typeface="Arial" pitchFamily="34" charset="-122"/>
                <a:cs typeface="Arial" pitchFamily="34" charset="-120"/>
              </a:defRPr>
            </a:lvl1pPr>
          </a:lstStyle>
          <a:p>
            <a:pPr marL="0" indent="0" algn="l">
              <a:buNone/>
            </a:pPr>
            <a:r>
              <a:rPr lang="en-US" sz="4000" dirty="0">
                <a:solidFill>
                  <a:srgbClr val="000000"/>
                </a:solidFill>
                <a:latin typeface="Arial" pitchFamily="34" charset="0"/>
                <a:ea typeface="Arial" pitchFamily="34" charset="-122"/>
                <a:cs typeface="Arial" pitchFamily="34" charset="-120"/>
              </a:rPr>
              <a:t>Table of contents</a:t>
            </a:r>
            <a:endParaRPr lang="en-US" sz="4000" dirty="0"/>
          </a:p>
        </p:txBody>
      </p:sp>
      <p:sp>
        <p:nvSpPr>
          <p:cNvPr id="6" name="Text 1"/>
          <p:cNvSpPr>
            <a:spLocks noGrp="1"/>
          </p:cNvSpPr>
          <p:nvPr>
            <p:ph type="body" idx="104" hasCustomPrompt="1"/>
          </p:nvPr>
        </p:nvSpPr>
        <p:spPr>
          <a:xfrm>
            <a:off x="475488" y="1252728"/>
            <a:ext cx="5394960" cy="483717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7" name="Text 1"/>
          <p:cNvSpPr>
            <a:spLocks noGrp="1"/>
          </p:cNvSpPr>
          <p:nvPr>
            <p:ph idx="105" hasCustomPrompt="1"/>
          </p:nvPr>
        </p:nvSpPr>
        <p:spPr>
          <a:xfrm>
            <a:off x="6099048" y="484632"/>
            <a:ext cx="6089904" cy="5559552"/>
          </a:xfrm>
          <a:prstGeom prst="rect">
            <a:avLst/>
          </a:prstGeom>
          <a:noFill/>
          <a:ln/>
        </p:spPr>
        <p:txBody>
          <a:bodyPr wrap="square" rtlCol="0"/>
          <a:lstStyle>
            <a:lvl1pPr marL="0" indent="0">
              <a:buNone/>
              <a:defRPr lang="en-US" dirty="0"/>
            </a:lvl1pPr>
          </a:lstStyle>
          <a:p>
            <a:pPr marL="0" indent="0">
              <a:buNone/>
            </a:pPr>
            <a:endParaRPr lang="en-US" dirty="0"/>
          </a:p>
        </p:txBody>
      </p:sp>
      <p:sp>
        <p:nvSpPr>
          <p:cNvPr id="8" name="Text 1"/>
          <p:cNvSpPr>
            <a:spLocks noGrp="1"/>
          </p:cNvSpPr>
          <p:nvPr>
            <p:ph type="body" idx="106"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 - presentation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body" idx="103" hasCustomPrompt="1"/>
          </p:nvPr>
        </p:nvSpPr>
        <p:spPr>
          <a:xfrm>
            <a:off x="6519672" y="1901952"/>
            <a:ext cx="5212080" cy="4197096"/>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[Click to add content items]</a:t>
            </a:r>
            <a:endParaRPr lang="en-US" sz="2400" dirty="0"/>
          </a:p>
        </p:txBody>
      </p:sp>
      <p:sp>
        <p:nvSpPr>
          <p:cNvPr id="6" name="Text 1"/>
          <p:cNvSpPr>
            <a:spLocks noGrp="1"/>
          </p:cNvSpPr>
          <p:nvPr>
            <p:ph type="body" idx="104"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OC - report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66344"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Table of contents</a:t>
            </a:r>
            <a:endParaRPr lang="en-US" sz="2400" dirty="0"/>
          </a:p>
        </p:txBody>
      </p:sp>
      <p:sp>
        <p:nvSpPr>
          <p:cNvPr id="6" name="Text 1"/>
          <p:cNvSpPr>
            <a:spLocks noGrp="1"/>
          </p:cNvSpPr>
          <p:nvPr>
            <p:ph type="body" idx="104" hasCustomPrompt="1"/>
          </p:nvPr>
        </p:nvSpPr>
        <p:spPr>
          <a:xfrm>
            <a:off x="475488" y="1207008"/>
            <a:ext cx="11247120" cy="5029200"/>
          </a:xfrm>
          <a:prstGeom prst="rect">
            <a:avLst/>
          </a:prstGeom>
          <a:noFill/>
          <a:ln/>
        </p:spPr>
        <p:txBody>
          <a:bodyPr wrap="square" rtlCol="0"/>
          <a:lstStyle>
            <a:lvl1pPr marL="0" indent="0" algn="l">
              <a:spcAft>
                <a:spcPts val="600"/>
              </a:spcAft>
              <a:buNone/>
              <a:defRPr lang="en-US" sz="1600" dirty="0">
                <a:solidFill>
                  <a:srgbClr val="000000"/>
                </a:solidFill>
                <a:latin typeface="Arial" pitchFamily="34" charset="0"/>
                <a:ea typeface="Arial" pitchFamily="34" charset="-122"/>
                <a:cs typeface="Arial" pitchFamily="34" charset="-120"/>
              </a:defRPr>
            </a:lvl1pPr>
          </a:lstStyle>
          <a:p>
            <a:pPr marL="0" indent="0" algn="l">
              <a:spcAft>
                <a:spcPts val="600"/>
              </a:spcAft>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7" name="Text 1"/>
          <p:cNvSpPr>
            <a:spLocks noGrp="1"/>
          </p:cNvSpPr>
          <p:nvPr>
            <p:ph type="body" idx="105" hasCustomPrompt="1"/>
          </p:nvPr>
        </p:nvSpPr>
        <p:spPr>
          <a:xfrm>
            <a:off x="6016752" y="0"/>
            <a:ext cx="5715000" cy="320040"/>
          </a:xfrm>
          <a:prstGeom prst="rect">
            <a:avLst/>
          </a:prstGeom>
          <a:noFill/>
          <a:ln/>
        </p:spPr>
        <p:txBody>
          <a:bodyPr wrap="square" rtlCol="0"/>
          <a:lstStyle>
            <a:lvl1pPr marL="0" indent="0" algn="r">
              <a:buNone/>
              <a:defRPr lang="en-US" sz="900" dirty="0">
                <a:solidFill>
                  <a:srgbClr val="000000"/>
                </a:solidFill>
                <a:latin typeface="Arial" pitchFamily="34" charset="0"/>
                <a:ea typeface="Arial" pitchFamily="34" charset="-122"/>
                <a:cs typeface="Arial" pitchFamily="34" charset="-120"/>
              </a:defRPr>
            </a:lvl1pPr>
          </a:lstStyle>
          <a:p>
            <a:pPr marL="0" indent="0" algn="r">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4000" b="1" dirty="0">
                <a:solidFill>
                  <a:srgbClr val="000000"/>
                </a:solidFill>
                <a:latin typeface="Arial" pitchFamily="34" charset="0"/>
                <a:ea typeface="Arial" pitchFamily="34" charset="-122"/>
                <a:cs typeface="Arial" pitchFamily="34" charset="-120"/>
              </a:rPr>
              <a:t>BIOS</a:t>
            </a:r>
            <a:endParaRPr lang="en-US" sz="14000"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ingle Author">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[Presenter/Moderator/Panelist] — select a title</a:t>
            </a:r>
            <a:endParaRPr lang="en-US" sz="2400" dirty="0"/>
          </a:p>
        </p:txBody>
      </p:sp>
      <p:sp>
        <p:nvSpPr>
          <p:cNvPr id="6" name="Text 1"/>
          <p:cNvSpPr>
            <a:spLocks noGrp="1"/>
          </p:cNvSpPr>
          <p:nvPr>
            <p:ph idx="104" hasCustomPrompt="1"/>
          </p:nvPr>
        </p:nvSpPr>
        <p:spPr>
          <a:xfrm>
            <a:off x="56692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7" name="Text 1"/>
          <p:cNvSpPr>
            <a:spLocks noGrp="1"/>
          </p:cNvSpPr>
          <p:nvPr>
            <p:ph type="body" idx="105" hasCustomPrompt="1"/>
          </p:nvPr>
        </p:nvSpPr>
        <p:spPr>
          <a:xfrm>
            <a:off x="3054096" y="1847088"/>
            <a:ext cx="8677656" cy="2276856"/>
          </a:xfrm>
          <a:prstGeom prst="rect">
            <a:avLst/>
          </a:prstGeom>
          <a:noFill/>
          <a:ln/>
        </p:spPr>
        <p:txBody>
          <a:bodyPr wrap="square" rtlCol="0"/>
          <a:lstStyle>
            <a:lvl1pPr marL="0" indent="0" algn="l">
              <a:buNone/>
              <a:defRPr lang="en-US" sz="1600" dirty="0">
                <a:solidFill>
                  <a:srgbClr val="000000"/>
                </a:solidFill>
                <a:latin typeface="Arial" pitchFamily="34" charset="0"/>
                <a:ea typeface="Arial" pitchFamily="34" charset="-122"/>
                <a:cs typeface="Arial" pitchFamily="34" charset="-120"/>
              </a:defRPr>
            </a:lvl1pPr>
          </a:lstStyle>
          <a:p>
            <a:pPr marL="0" indent="0" algn="l">
              <a:buNone/>
            </a:pPr>
            <a:r>
              <a:rPr lang="en-US" sz="1600" dirty="0">
                <a:solidFill>
                  <a:srgbClr val="000000"/>
                </a:solidFill>
                <a:latin typeface="Arial" pitchFamily="34" charset="0"/>
                <a:ea typeface="Arial" pitchFamily="34" charset="-122"/>
                <a:cs typeface="Arial" pitchFamily="34" charset="-120"/>
              </a:rPr>
              <a:t>[Copy and paste the first paragraph of your bio here]</a:t>
            </a:r>
            <a:endParaRPr lang="en-US" sz="1600" dirty="0"/>
          </a:p>
        </p:txBody>
      </p:sp>
      <p:sp>
        <p:nvSpPr>
          <p:cNvPr id="8" name="Text 1"/>
          <p:cNvSpPr>
            <a:spLocks noGrp="1"/>
          </p:cNvSpPr>
          <p:nvPr>
            <p:ph type="body" idx="106" hasCustomPrompt="1"/>
          </p:nvPr>
        </p:nvSpPr>
        <p:spPr>
          <a:xfrm>
            <a:off x="475488" y="4261104"/>
            <a:ext cx="5513832"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9" name="Text 1"/>
          <p:cNvSpPr>
            <a:spLocks noGrp="1"/>
          </p:cNvSpPr>
          <p:nvPr>
            <p:ph type="body" idx="107" hasCustomPrompt="1"/>
          </p:nvPr>
        </p:nvSpPr>
        <p:spPr>
          <a:xfrm>
            <a:off x="475488" y="4654296"/>
            <a:ext cx="5513832"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0" name="Text 1"/>
          <p:cNvSpPr>
            <a:spLocks noGrp="1"/>
          </p:cNvSpPr>
          <p:nvPr>
            <p:ph type="body" idx="108" hasCustomPrompt="1"/>
          </p:nvPr>
        </p:nvSpPr>
        <p:spPr>
          <a:xfrm>
            <a:off x="475488" y="5120640"/>
            <a:ext cx="5513832"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2 Author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a:spLocks noGrp="1"/>
          </p:cNvSpPr>
          <p:nvPr>
            <p:ph idx="104" hasCustomPrompt="1"/>
          </p:nvPr>
        </p:nvSpPr>
        <p:spPr>
          <a:xfrm>
            <a:off x="56692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7" name="Text 1"/>
          <p:cNvSpPr>
            <a:spLocks noGrp="1"/>
          </p:cNvSpPr>
          <p:nvPr>
            <p:ph type="body" idx="105" hasCustomPrompt="1"/>
          </p:nvPr>
        </p:nvSpPr>
        <p:spPr>
          <a:xfrm>
            <a:off x="475488" y="4261104"/>
            <a:ext cx="5513832"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a:spLocks noGrp="1"/>
          </p:cNvSpPr>
          <p:nvPr>
            <p:ph type="body" idx="106" hasCustomPrompt="1"/>
          </p:nvPr>
        </p:nvSpPr>
        <p:spPr>
          <a:xfrm>
            <a:off x="475488" y="4654296"/>
            <a:ext cx="5513832"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a:spLocks noGrp="1"/>
          </p:cNvSpPr>
          <p:nvPr>
            <p:ph type="body" idx="107" hasCustomPrompt="1"/>
          </p:nvPr>
        </p:nvSpPr>
        <p:spPr>
          <a:xfrm>
            <a:off x="475488" y="5120640"/>
            <a:ext cx="5513832"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a:spLocks noGrp="1"/>
          </p:cNvSpPr>
          <p:nvPr>
            <p:ph idx="108" hasCustomPrompt="1"/>
          </p:nvPr>
        </p:nvSpPr>
        <p:spPr>
          <a:xfrm>
            <a:off x="6528816"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11" name="Text 1"/>
          <p:cNvSpPr>
            <a:spLocks noGrp="1"/>
          </p:cNvSpPr>
          <p:nvPr>
            <p:ph type="body" idx="109" hasCustomPrompt="1"/>
          </p:nvPr>
        </p:nvSpPr>
        <p:spPr>
          <a:xfrm>
            <a:off x="6428232" y="4261104"/>
            <a:ext cx="5513832"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a:spLocks noGrp="1"/>
          </p:cNvSpPr>
          <p:nvPr>
            <p:ph type="body" idx="110" hasCustomPrompt="1"/>
          </p:nvPr>
        </p:nvSpPr>
        <p:spPr>
          <a:xfrm>
            <a:off x="6428232" y="4654296"/>
            <a:ext cx="5513832"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a:spLocks noGrp="1"/>
          </p:cNvSpPr>
          <p:nvPr>
            <p:ph type="body" idx="111" hasCustomPrompt="1"/>
          </p:nvPr>
        </p:nvSpPr>
        <p:spPr>
          <a:xfrm>
            <a:off x="6428232" y="5120640"/>
            <a:ext cx="5513832"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3 Author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a:spLocks noGrp="1"/>
          </p:cNvSpPr>
          <p:nvPr>
            <p:ph idx="104" hasCustomPrompt="1"/>
          </p:nvPr>
        </p:nvSpPr>
        <p:spPr>
          <a:xfrm>
            <a:off x="56692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7" name="Text 1"/>
          <p:cNvSpPr>
            <a:spLocks noGrp="1"/>
          </p:cNvSpPr>
          <p:nvPr>
            <p:ph type="body" idx="105" hasCustomPrompt="1"/>
          </p:nvPr>
        </p:nvSpPr>
        <p:spPr>
          <a:xfrm>
            <a:off x="475488" y="4261104"/>
            <a:ext cx="357530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a:spLocks noGrp="1"/>
          </p:cNvSpPr>
          <p:nvPr>
            <p:ph type="body" idx="106" hasCustomPrompt="1"/>
          </p:nvPr>
        </p:nvSpPr>
        <p:spPr>
          <a:xfrm>
            <a:off x="475488" y="4654296"/>
            <a:ext cx="357530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a:spLocks noGrp="1"/>
          </p:cNvSpPr>
          <p:nvPr>
            <p:ph type="body" idx="107" hasCustomPrompt="1"/>
          </p:nvPr>
        </p:nvSpPr>
        <p:spPr>
          <a:xfrm>
            <a:off x="475488" y="5120640"/>
            <a:ext cx="357530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a:spLocks noGrp="1"/>
          </p:cNvSpPr>
          <p:nvPr>
            <p:ph idx="108" hasCustomPrompt="1"/>
          </p:nvPr>
        </p:nvSpPr>
        <p:spPr>
          <a:xfrm>
            <a:off x="445312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11" name="Text 1"/>
          <p:cNvSpPr>
            <a:spLocks noGrp="1"/>
          </p:cNvSpPr>
          <p:nvPr>
            <p:ph type="body" idx="109" hasCustomPrompt="1"/>
          </p:nvPr>
        </p:nvSpPr>
        <p:spPr>
          <a:xfrm>
            <a:off x="4334256" y="4261104"/>
            <a:ext cx="357530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a:spLocks noGrp="1"/>
          </p:cNvSpPr>
          <p:nvPr>
            <p:ph type="body" idx="110" hasCustomPrompt="1"/>
          </p:nvPr>
        </p:nvSpPr>
        <p:spPr>
          <a:xfrm>
            <a:off x="4334256" y="4654296"/>
            <a:ext cx="357530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a:spLocks noGrp="1"/>
          </p:cNvSpPr>
          <p:nvPr>
            <p:ph type="body" idx="111" hasCustomPrompt="1"/>
          </p:nvPr>
        </p:nvSpPr>
        <p:spPr>
          <a:xfrm>
            <a:off x="4334256" y="5120640"/>
            <a:ext cx="357530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4" name="Text 1"/>
          <p:cNvSpPr>
            <a:spLocks noGrp="1"/>
          </p:cNvSpPr>
          <p:nvPr>
            <p:ph idx="112" hasCustomPrompt="1"/>
          </p:nvPr>
        </p:nvSpPr>
        <p:spPr>
          <a:xfrm>
            <a:off x="8229600"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15" name="Text 1"/>
          <p:cNvSpPr>
            <a:spLocks noGrp="1"/>
          </p:cNvSpPr>
          <p:nvPr>
            <p:ph type="body" idx="113" hasCustomPrompt="1"/>
          </p:nvPr>
        </p:nvSpPr>
        <p:spPr>
          <a:xfrm>
            <a:off x="8129016" y="4261104"/>
            <a:ext cx="357530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6" name="Text 1"/>
          <p:cNvSpPr>
            <a:spLocks noGrp="1"/>
          </p:cNvSpPr>
          <p:nvPr>
            <p:ph type="body" idx="114" hasCustomPrompt="1"/>
          </p:nvPr>
        </p:nvSpPr>
        <p:spPr>
          <a:xfrm>
            <a:off x="8129016" y="4654296"/>
            <a:ext cx="357530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7" name="Text 1"/>
          <p:cNvSpPr>
            <a:spLocks noGrp="1"/>
          </p:cNvSpPr>
          <p:nvPr>
            <p:ph type="body" idx="115" hasCustomPrompt="1"/>
          </p:nvPr>
        </p:nvSpPr>
        <p:spPr>
          <a:xfrm>
            <a:off x="8129016" y="5120640"/>
            <a:ext cx="357530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4 Authors">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a:spLocks noGrp="1"/>
          </p:cNvSpPr>
          <p:nvPr>
            <p:ph idx="102"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000000"/>
                </a:solidFill>
                <a:latin typeface="Arial" pitchFamily="34" charset="0"/>
                <a:ea typeface="Arial" pitchFamily="34" charset="-122"/>
                <a:cs typeface="Arial" pitchFamily="34" charset="-120"/>
              </a:defRPr>
            </a:lvl1pPr>
          </a:lstStyle>
          <a:p>
            <a:pPr marL="0" indent="0" algn="r">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a:spLocks noGrp="1"/>
          </p:cNvSpPr>
          <p:nvPr>
            <p:ph type="title" idx="103" hasCustomPrompt="1"/>
          </p:nvPr>
        </p:nvSpPr>
        <p:spPr>
          <a:xfrm>
            <a:off x="475488" y="292608"/>
            <a:ext cx="11247120" cy="457200"/>
          </a:xfrm>
          <a:prstGeom prst="rect">
            <a:avLst/>
          </a:prstGeom>
          <a:noFill/>
          <a:ln/>
        </p:spPr>
        <p:txBody>
          <a:bodyPr wrap="square" rtlCol="0"/>
          <a:lstStyle>
            <a:lvl1pPr marL="0" indent="0" algn="l">
              <a:buNone/>
              <a:defRPr lang="en-US" sz="2400" dirty="0">
                <a:solidFill>
                  <a:srgbClr val="000000"/>
                </a:solidFill>
                <a:latin typeface="Arial" pitchFamily="34" charset="0"/>
                <a:ea typeface="Arial" pitchFamily="34" charset="-122"/>
                <a:cs typeface="Arial" pitchFamily="34" charset="-120"/>
              </a:defRPr>
            </a:lvl1pPr>
          </a:lstStyle>
          <a:p>
            <a:pPr marL="0" indent="0" algn="l">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a:spLocks noGrp="1"/>
          </p:cNvSpPr>
          <p:nvPr>
            <p:ph idx="104" hasCustomPrompt="1"/>
          </p:nvPr>
        </p:nvSpPr>
        <p:spPr>
          <a:xfrm>
            <a:off x="56692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7" name="Text 1"/>
          <p:cNvSpPr>
            <a:spLocks noGrp="1"/>
          </p:cNvSpPr>
          <p:nvPr>
            <p:ph type="body" idx="105" hasCustomPrompt="1"/>
          </p:nvPr>
        </p:nvSpPr>
        <p:spPr>
          <a:xfrm>
            <a:off x="475488" y="4261104"/>
            <a:ext cx="261518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a:spLocks noGrp="1"/>
          </p:cNvSpPr>
          <p:nvPr>
            <p:ph type="body" idx="106" hasCustomPrompt="1"/>
          </p:nvPr>
        </p:nvSpPr>
        <p:spPr>
          <a:xfrm>
            <a:off x="475488" y="4654296"/>
            <a:ext cx="261518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a:spLocks noGrp="1"/>
          </p:cNvSpPr>
          <p:nvPr>
            <p:ph type="body" idx="107" hasCustomPrompt="1"/>
          </p:nvPr>
        </p:nvSpPr>
        <p:spPr>
          <a:xfrm>
            <a:off x="475488" y="5120640"/>
            <a:ext cx="261518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a:spLocks noGrp="1"/>
          </p:cNvSpPr>
          <p:nvPr>
            <p:ph idx="108" hasCustomPrompt="1"/>
          </p:nvPr>
        </p:nvSpPr>
        <p:spPr>
          <a:xfrm>
            <a:off x="344728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11" name="Text 1"/>
          <p:cNvSpPr>
            <a:spLocks noGrp="1"/>
          </p:cNvSpPr>
          <p:nvPr>
            <p:ph type="body" idx="109" hasCustomPrompt="1"/>
          </p:nvPr>
        </p:nvSpPr>
        <p:spPr>
          <a:xfrm>
            <a:off x="3355848" y="4261104"/>
            <a:ext cx="261518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a:spLocks noGrp="1"/>
          </p:cNvSpPr>
          <p:nvPr>
            <p:ph type="body" idx="110" hasCustomPrompt="1"/>
          </p:nvPr>
        </p:nvSpPr>
        <p:spPr>
          <a:xfrm>
            <a:off x="3355848" y="4654296"/>
            <a:ext cx="261518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a:spLocks noGrp="1"/>
          </p:cNvSpPr>
          <p:nvPr>
            <p:ph type="body" idx="111" hasCustomPrompt="1"/>
          </p:nvPr>
        </p:nvSpPr>
        <p:spPr>
          <a:xfrm>
            <a:off x="3355848" y="5120640"/>
            <a:ext cx="261518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4" name="Text 1"/>
          <p:cNvSpPr>
            <a:spLocks noGrp="1"/>
          </p:cNvSpPr>
          <p:nvPr>
            <p:ph idx="112" hasCustomPrompt="1"/>
          </p:nvPr>
        </p:nvSpPr>
        <p:spPr>
          <a:xfrm>
            <a:off x="6382512"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15" name="Text 1"/>
          <p:cNvSpPr>
            <a:spLocks noGrp="1"/>
          </p:cNvSpPr>
          <p:nvPr>
            <p:ph type="body" idx="113" hasCustomPrompt="1"/>
          </p:nvPr>
        </p:nvSpPr>
        <p:spPr>
          <a:xfrm>
            <a:off x="6236208" y="4261104"/>
            <a:ext cx="261518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6" name="Text 1"/>
          <p:cNvSpPr>
            <a:spLocks noGrp="1"/>
          </p:cNvSpPr>
          <p:nvPr>
            <p:ph type="body" idx="114" hasCustomPrompt="1"/>
          </p:nvPr>
        </p:nvSpPr>
        <p:spPr>
          <a:xfrm>
            <a:off x="6236208" y="4654296"/>
            <a:ext cx="261518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7" name="Text 1"/>
          <p:cNvSpPr>
            <a:spLocks noGrp="1"/>
          </p:cNvSpPr>
          <p:nvPr>
            <p:ph type="body" idx="115" hasCustomPrompt="1"/>
          </p:nvPr>
        </p:nvSpPr>
        <p:spPr>
          <a:xfrm>
            <a:off x="6236208" y="5120640"/>
            <a:ext cx="261518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8" name="Text 1"/>
          <p:cNvSpPr>
            <a:spLocks noGrp="1"/>
          </p:cNvSpPr>
          <p:nvPr>
            <p:ph idx="116" hasCustomPrompt="1"/>
          </p:nvPr>
        </p:nvSpPr>
        <p:spPr>
          <a:xfrm>
            <a:off x="9208008" y="1901952"/>
            <a:ext cx="2194560" cy="2194560"/>
          </a:xfrm>
          <a:prstGeom prst="rect">
            <a:avLst/>
          </a:prstGeom>
          <a:noFill/>
          <a:ln/>
        </p:spPr>
        <p:txBody>
          <a:bodyPr wrap="square" rtlCol="0"/>
          <a:lstStyle>
            <a:lvl1pPr marL="0" indent="0">
              <a:buNone/>
              <a:defRPr lang="en-US" dirty="0"/>
            </a:lvl1pPr>
          </a:lstStyle>
          <a:p>
            <a:pPr marL="0" indent="0">
              <a:buNone/>
            </a:pPr>
            <a:r>
              <a:rPr lang="en-US" dirty="0">
                <a:solidFill>
                  <a:srgbClr val="000000"/>
                </a:solidFill>
              </a:rPr>
              <a:t>[Click to add portrait photo or remove]</a:t>
            </a:r>
            <a:endParaRPr lang="en-US" dirty="0"/>
          </a:p>
        </p:txBody>
      </p:sp>
      <p:sp>
        <p:nvSpPr>
          <p:cNvPr id="19" name="Text 1"/>
          <p:cNvSpPr>
            <a:spLocks noGrp="1"/>
          </p:cNvSpPr>
          <p:nvPr>
            <p:ph type="body" idx="117" hasCustomPrompt="1"/>
          </p:nvPr>
        </p:nvSpPr>
        <p:spPr>
          <a:xfrm>
            <a:off x="9116568" y="4261104"/>
            <a:ext cx="2615184" cy="329184"/>
          </a:xfrm>
          <a:prstGeom prst="rect">
            <a:avLst/>
          </a:prstGeom>
          <a:noFill/>
          <a:ln/>
        </p:spPr>
        <p:txBody>
          <a:bodyPr wrap="square" rtlCol="0"/>
          <a:lstStyle>
            <a:lvl1pPr marL="0" indent="0" algn="l">
              <a:buNone/>
              <a:defRPr lang="en-US" sz="1800" dirty="0">
                <a:solidFill>
                  <a:srgbClr val="000000"/>
                </a:solidFill>
                <a:latin typeface="Arial" pitchFamily="34" charset="0"/>
                <a:ea typeface="Arial" pitchFamily="34" charset="-122"/>
                <a:cs typeface="Arial" pitchFamily="34" charset="-120"/>
              </a:defRPr>
            </a:lvl1pPr>
          </a:lstStyle>
          <a:p>
            <a:pPr marL="0" indent="0" algn="l">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20" name="Text 1"/>
          <p:cNvSpPr>
            <a:spLocks noGrp="1"/>
          </p:cNvSpPr>
          <p:nvPr>
            <p:ph type="body" idx="118" hasCustomPrompt="1"/>
          </p:nvPr>
        </p:nvSpPr>
        <p:spPr>
          <a:xfrm>
            <a:off x="9116568" y="4654296"/>
            <a:ext cx="2615184" cy="393192"/>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21" name="Text 1"/>
          <p:cNvSpPr>
            <a:spLocks noGrp="1"/>
          </p:cNvSpPr>
          <p:nvPr>
            <p:ph type="body" idx="119" hasCustomPrompt="1"/>
          </p:nvPr>
        </p:nvSpPr>
        <p:spPr>
          <a:xfrm>
            <a:off x="9116568" y="5120640"/>
            <a:ext cx="2615184" cy="329184"/>
          </a:xfrm>
          <a:prstGeom prst="rect">
            <a:avLst/>
          </a:prstGeom>
          <a:noFill/>
          <a:ln/>
        </p:spPr>
        <p:txBody>
          <a:bodyPr wrap="square" rtlCol="0"/>
          <a:lstStyle>
            <a:lvl1pPr marL="0" indent="0" algn="l">
              <a:buNone/>
              <a:defRPr lang="en-US" sz="1400" dirty="0">
                <a:solidFill>
                  <a:srgbClr val="000000"/>
                </a:solidFill>
                <a:latin typeface="Arial" pitchFamily="34" charset="0"/>
                <a:ea typeface="Arial" pitchFamily="34" charset="-122"/>
                <a:cs typeface="Arial" pitchFamily="34" charset="-120"/>
              </a:defRPr>
            </a:lvl1pPr>
          </a:lstStyle>
          <a:p>
            <a:pPr marL="0" indent="0" algn="l">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7200" b="1" dirty="0">
                <a:solidFill>
                  <a:srgbClr val="000000"/>
                </a:solidFill>
                <a:latin typeface="Arial" pitchFamily="34" charset="0"/>
                <a:ea typeface="Arial" pitchFamily="34" charset="-122"/>
                <a:cs typeface="Arial" pitchFamily="34" charset="-120"/>
              </a:rPr>
              <a:t>Disclaimers</a:t>
            </a:r>
            <a:endParaRPr lang="en-US" sz="7200" dirty="0"/>
          </a:p>
          <a:p>
            <a:pPr marL="0" indent="0" algn="ctr">
              <a:buNone/>
            </a:pPr>
            <a:r>
              <a:rPr lang="en-US" sz="7200" b="1" dirty="0">
                <a:solidFill>
                  <a:srgbClr val="000000"/>
                </a:solidFill>
                <a:latin typeface="Arial" pitchFamily="34" charset="0"/>
                <a:ea typeface="Arial" pitchFamily="34" charset="-122"/>
                <a:cs typeface="Arial" pitchFamily="34" charset="-120"/>
              </a:rPr>
              <a:t>Must be included at the end of every deliverable</a:t>
            </a:r>
            <a:endParaRPr lang="en-US" sz="7200"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act us">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6611112" y="0"/>
            <a:ext cx="5577840" cy="6858000"/>
          </a:xfrm>
          <a:prstGeom prst="rect">
            <a:avLst/>
          </a:prstGeom>
        </p:spPr>
      </p:pic>
      <p:pic>
        <p:nvPicPr>
          <p:cNvPr id="3" name="Image 1" descr="https://snp-mediaportal.qbank.se/assets/deployedFiles/4ebf46970dd30ed73bbae53c35377a40.png"/>
          <p:cNvPicPr>
            <a:picLocks noChangeAspect="1"/>
          </p:cNvPicPr>
          <p:nvPr/>
        </p:nvPicPr>
        <p:blipFill>
          <a:blip r:embed="rId3"/>
          <a:stretch>
            <a:fillRect/>
          </a:stretch>
        </p:blipFill>
        <p:spPr>
          <a:xfrm>
            <a:off x="557784" y="6400800"/>
            <a:ext cx="758952" cy="365760"/>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5" name="Text 1"/>
          <p:cNvSpPr>
            <a:spLocks noGrp="1"/>
          </p:cNvSpPr>
          <p:nvPr>
            <p:ph idx="103"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ompanies &amp; Transaction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C5E322-F346-C1A5-C82F-14B8BDB12BC1}"/>
              </a:ext>
            </a:extLst>
          </p:cNvPr>
          <p:cNvSpPr>
            <a:spLocks noGrp="1"/>
          </p:cNvSpPr>
          <p:nvPr>
            <p:ph type="sldNum" sz="quarter" idx="11"/>
          </p:nvPr>
        </p:nvSpPr>
        <p:spPr/>
        <p:txBody>
          <a:bodyPr/>
          <a:lstStyle/>
          <a:p>
            <a:fld id="{5CFA18E4-D58E-4B28-B105-28D9665A8EBC}" type="slidenum">
              <a:rPr lang="en-US" smtClean="0"/>
              <a:pPr/>
              <a:t>‹#›</a:t>
            </a:fld>
            <a:endParaRPr lang="en-US"/>
          </a:p>
        </p:txBody>
      </p:sp>
      <p:pic>
        <p:nvPicPr>
          <p:cNvPr id="7" name="Picture 6" descr="A black background with red text&#10;&#10;AI-generated content may be incorrect.">
            <a:extLst>
              <a:ext uri="{FF2B5EF4-FFF2-40B4-BE49-F238E27FC236}">
                <a16:creationId xmlns:a16="http://schemas.microsoft.com/office/drawing/2014/main" id="{C70D358D-E7AE-7BC0-52B2-BC4101630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7039" y="6395945"/>
            <a:ext cx="762002" cy="365761"/>
          </a:xfrm>
          <a:prstGeom prst="rect">
            <a:avLst/>
          </a:prstGeom>
        </p:spPr>
      </p:pic>
      <p:sp>
        <p:nvSpPr>
          <p:cNvPr id="8" name="Text 0">
            <a:extLst>
              <a:ext uri="{FF2B5EF4-FFF2-40B4-BE49-F238E27FC236}">
                <a16:creationId xmlns:a16="http://schemas.microsoft.com/office/drawing/2014/main" id="{24AA115E-3FEF-0D93-4980-442688E6E42A}"/>
              </a:ext>
            </a:extLst>
          </p:cNvPr>
          <p:cNvSpPr/>
          <p:nvPr userDrawn="1"/>
        </p:nvSpPr>
        <p:spPr>
          <a:xfrm>
            <a:off x="566928" y="448056"/>
            <a:ext cx="11064240" cy="5788152"/>
          </a:xfrm>
          <a:prstGeom prst="rect">
            <a:avLst/>
          </a:prstGeom>
          <a:noFill/>
          <a:ln/>
        </p:spPr>
        <p:txBody>
          <a:bodyPr wrap="square" lIns="0" tIns="0" rIns="0" bIns="0" rtlCol="0" anchor="ct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tx1"/>
                </a:solidFill>
                <a:effectLst/>
              </a:rPr>
              <a:t>This content was created with the assistance of Kensho Spark Assist, an artificial intelligence (AI) tool. For complete Terms of Use, see </a:t>
            </a:r>
            <a:r>
              <a:rPr lang="en-US" sz="1000" dirty="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dirty="0">
                <a:solidFill>
                  <a:schemeClr val="tx1"/>
                </a:solidFill>
                <a:effectLst/>
              </a:rPr>
              <a:t>. </a:t>
            </a:r>
            <a:endParaRPr lang="en-US" sz="1000" dirty="0">
              <a:solidFill>
                <a:schemeClr val="tx1"/>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Energy">
    <p:bg>
      <p:bgPr>
        <a:solidFill>
          <a:srgbClr val="FFFFFF"/>
        </a:solidFill>
        <a:effectLst/>
      </p:bgPr>
    </p:bg>
    <p:spTree>
      <p:nvGrpSpPr>
        <p:cNvPr id="1" name=""/>
        <p:cNvGrpSpPr/>
        <p:nvPr/>
      </p:nvGrpSpPr>
      <p:grpSpPr>
        <a:xfrm>
          <a:off x="0" y="0"/>
          <a:ext cx="0" cy="0"/>
          <a:chOff x="0" y="0"/>
          <a:chExt cx="0" cy="0"/>
        </a:xfrm>
      </p:grpSpPr>
      <p:pic>
        <p:nvPicPr>
          <p:cNvPr id="2" name="Image 0" descr="https://snp-mediaportal.qbank.se/assets/deployedFiles/0dd5f7539ef187524017cfb9facbb79c.png"/>
          <p:cNvPicPr>
            <a:picLocks noChangeAspect="1"/>
          </p:cNvPicPr>
          <p:nvPr/>
        </p:nvPicPr>
        <p:blipFill>
          <a:blip r:embed="rId2"/>
          <a:stretch>
            <a:fillRect/>
          </a:stretch>
        </p:blipFill>
        <p:spPr>
          <a:xfrm>
            <a:off x="557784" y="6400800"/>
            <a:ext cx="758952" cy="365760"/>
          </a:xfrm>
          <a:prstGeom prst="rect">
            <a:avLst/>
          </a:prstGeom>
        </p:spPr>
      </p:pic>
      <p:sp>
        <p:nvSpPr>
          <p:cNvPr id="3" name="Text 0"/>
          <p:cNvSpPr>
            <a:spLocks noGrp="1"/>
          </p:cNvSpPr>
          <p:nvPr>
            <p:ph idx="101" hasCustomPrompt="1"/>
          </p:nvPr>
        </p:nvSpPr>
        <p:spPr>
          <a:xfrm>
            <a:off x="11411712" y="6565392"/>
            <a:ext cx="310896" cy="219456"/>
          </a:xfrm>
          <a:prstGeom prst="rect">
            <a:avLst/>
          </a:prstGeom>
          <a:noFill/>
          <a:ln/>
        </p:spPr>
        <p:txBody>
          <a:bodyPr wrap="square" rtlCol="0"/>
          <a:lstStyle>
            <a:lvl1pPr marL="0" indent="0" algn="r">
              <a:buNone/>
              <a:defRPr lang="en-US" sz="700" dirty="0">
                <a:solidFill>
                  <a:srgbClr val="FFFFFF"/>
                </a:solidFill>
                <a:latin typeface="Arial" pitchFamily="34" charset="0"/>
                <a:ea typeface="Arial" pitchFamily="34" charset="-122"/>
                <a:cs typeface="Arial" pitchFamily="34" charset="-120"/>
              </a:defRPr>
            </a:lvl1pPr>
          </a:lstStyle>
          <a:p>
            <a:pPr marL="0" indent="0" algn="r">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4" name="Text 0"/>
          <p:cNvSpPr/>
          <p:nvPr/>
        </p:nvSpPr>
        <p:spPr>
          <a:xfrm>
            <a:off x="566928" y="448056"/>
            <a:ext cx="11064240" cy="5788152"/>
          </a:xfrm>
          <a:prstGeom prst="rect">
            <a:avLst/>
          </a:prstGeom>
          <a:noFill/>
          <a:ln/>
        </p:spPr>
        <p:txBody>
          <a:bodyPr wrap="square" lIns="0" tIns="0" rIns="0" bIns="0" rtlCol="0" anchor="ctr"/>
          <a:lstStyle/>
          <a:p>
            <a:pPr marL="0" indent="0" algn="l">
              <a:buNone/>
            </a:pPr>
            <a:r>
              <a:rPr lang="en-US" sz="1000" dirty="0">
                <a:solidFill>
                  <a:srgbClr val="000000"/>
                </a:solidFill>
                <a:latin typeface="Arial" pitchFamily="34" charset="0"/>
                <a:ea typeface="Arial" pitchFamily="34" charset="-122"/>
                <a:cs typeface="Arial" pitchFamily="34" charset="-120"/>
              </a:rPr>
              <a:t>© 2026 by S&amp;P Global Inc. All rights reserved.</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S&amp;P Global, the S&amp;P Global logo, S&amp;P Global Energy, and Platts are trademarks of S&amp;P Global Inc. Permission for any commercial use of these trademarks must be obtained in writing from S&amp;P Global Inc.</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For all other queries or requests pursuant to this notice, please contact S&amp;P Global Inc. via email at support.energy@spglobal.com.</a:t>
            </a:r>
            <a:endParaRPr lang="en-US" sz="1000" dirty="0"/>
          </a:p>
          <a:p>
            <a:pPr marL="0" indent="0" algn="l">
              <a:buNone/>
            </a:pPr>
            <a:endParaRPr lang="en-US" sz="1000" dirty="0"/>
          </a:p>
          <a:p>
            <a:pPr marL="0" indent="0" algn="l">
              <a:buNone/>
            </a:pPr>
            <a:r>
              <a:rPr lang="en-US" sz="1000" dirty="0">
                <a:solidFill>
                  <a:srgbClr val="000000"/>
                </a:solidFill>
                <a:latin typeface="Arial" pitchFamily="34" charset="0"/>
                <a:ea typeface="Arial" pitchFamily="34" charset="-122"/>
                <a:cs typeface="Arial" pitchFamily="34" charset="-120"/>
              </a:rPr>
              <a:t>This content was created with the assistance of Kensho Spark Assist, an artificial intelligence (AI) tool. For complete Terms of Use, see https://www.spglobal.com/en/terms-of-use.</a:t>
            </a:r>
            <a:endParaRPr lang="en-US" sz="1000"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marL="0" indent="0" algn="ctr">
              <a:buNone/>
            </a:pPr>
            <a:r>
              <a:rPr lang="en-US" sz="11500" b="1" dirty="0">
                <a:solidFill>
                  <a:srgbClr val="000000"/>
                </a:solidFill>
                <a:latin typeface="Arial" pitchFamily="34" charset="0"/>
                <a:ea typeface="Arial" pitchFamily="34" charset="-122"/>
                <a:cs typeface="Arial" pitchFamily="34" charset="-120"/>
              </a:rPr>
              <a:t>DO NOT USE LAYOUTS AFTER THIS!</a:t>
            </a:r>
            <a:endParaRPr lang="en-US" sz="11500" dirty="0"/>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endParaRPr lang="en-US"/>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16.jpg"/><Relationship Id="rId4" Type="http://schemas.openxmlformats.org/officeDocument/2006/relationships/image" Target="../media/image15.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3" Type="http://schemas.openxmlformats.org/officeDocument/2006/relationships/hyperlink" Target="https://teams.microsoft.com/l/chat/0/0?users=mizan.binabdulrahman@spglobal.com&amp;message=Hi%20Mizan,%20can%20you%20help%20me%20install%20theme%20colors,%20please?"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hyperlink" Target="https://sphere.spglobal.com/sites/cross-divisional-initiatives/news/436529/branded-smartart-slide-elements"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brandcenter.spglobal.com/content/iconography" TargetMode="External"/><Relationship Id="rId13" Type="http://schemas.openxmlformats.org/officeDocument/2006/relationships/hyperlink" Target="mailto:jane.crispin@spglobal.com" TargetMode="External"/><Relationship Id="rId18" Type="http://schemas.openxmlformats.org/officeDocument/2006/relationships/hyperlink" Target="https://spgl.sharepoint.com/sites/group_nam_corp_edp_m/DLF/_Essential_tools/Add-ins" TargetMode="External"/><Relationship Id="rId3" Type="http://schemas.openxmlformats.org/officeDocument/2006/relationships/hyperlink" Target="https://mediaportal.spglobal.com/search/images" TargetMode="External"/><Relationship Id="rId21" Type="http://schemas.openxmlformats.org/officeDocument/2006/relationships/hyperlink" Target="mailto:MIResearchEditorial@spglobal.com" TargetMode="External"/><Relationship Id="rId7" Type="http://schemas.openxmlformats.org/officeDocument/2006/relationships/hyperlink" Target="https://spark.spglobal.com/assist?spark_id=33792" TargetMode="External"/><Relationship Id="rId12" Type="http://schemas.openxmlformats.org/officeDocument/2006/relationships/hyperlink" Target="https://spgl.sharepoint.com/sites/ResearchAnalysis/Lists/SC/NewForm.aspx" TargetMode="External"/><Relationship Id="rId17" Type="http://schemas.openxmlformats.org/officeDocument/2006/relationships/hyperlink" Target="https://spgi.service-now.com/esc?id=sc_cat_item&amp;sys_id=c49f549bc3f0d214fffbdecf050131bb" TargetMode="External"/><Relationship Id="rId2" Type="http://schemas.openxmlformats.org/officeDocument/2006/relationships/notesSlide" Target="../notesSlides/notesSlide8.xml"/><Relationship Id="rId16" Type="http://schemas.openxmlformats.org/officeDocument/2006/relationships/hyperlink" Target="mailto:finews.submissions@spglobal.com" TargetMode="External"/><Relationship Id="rId20" Type="http://schemas.openxmlformats.org/officeDocument/2006/relationships/hyperlink" Target="mailto:EditorialTeam451@spglobal.com" TargetMode="External"/><Relationship Id="rId1" Type="http://schemas.openxmlformats.org/officeDocument/2006/relationships/slideLayout" Target="../slideLayouts/slideLayout10.xml"/><Relationship Id="rId6" Type="http://schemas.openxmlformats.org/officeDocument/2006/relationships/hyperlink" Target="https://www.gettyimages.com/landing/pa-preview/expanded/170478" TargetMode="External"/><Relationship Id="rId11" Type="http://schemas.openxmlformats.org/officeDocument/2006/relationships/hyperlink" Target="https://spgl.sharepoint.com/sites/group_nam_corp_edp_m/SitePages/Energy-Editorial-Submissions.aspx" TargetMode="External"/><Relationship Id="rId5" Type="http://schemas.openxmlformats.org/officeDocument/2006/relationships/hyperlink" Target="https://forms.office.com/Pages/ResponsePage.aspx?id=6jY-jzmAQEuBp33AWZ6GRaLKtkOlT3tHpcP174yxCTxUQzA3TTJYQkxRNUJSVElSWURUT0lLNzlaSyQlQCN0PWcu" TargetMode="External"/><Relationship Id="rId15" Type="http://schemas.openxmlformats.org/officeDocument/2006/relationships/hyperlink" Target="mailto:h-ihsm-DL-MaritimeEditing&amp;Design@spglobal.com" TargetMode="External"/><Relationship Id="rId10" Type="http://schemas.openxmlformats.org/officeDocument/2006/relationships/hyperlink" Target="https://forms.office.com/Pages/ResponsePage.aspx?id=6jY-jzmAQEuBp33AWZ6GRZl6-kBxW6hEiiDSu0_M_X1UM0FMWVVFMTRWMjgyM0k4VE9aWjZXOU4zSSQlQCN0PWcu" TargetMode="External"/><Relationship Id="rId19" Type="http://schemas.openxmlformats.org/officeDocument/2006/relationships/hyperlink" Target="mailto:publish.pira@spglobal.com" TargetMode="External"/><Relationship Id="rId4" Type="http://schemas.openxmlformats.org/officeDocument/2006/relationships/hyperlink" Target="https://brandcenter.spglobal.com/content/photography-principles" TargetMode="External"/><Relationship Id="rId9" Type="http://schemas.openxmlformats.org/officeDocument/2006/relationships/hyperlink" Target="https://forms.office.com/Pages/ResponsePage.aspx?id=6jY-jzmAQEuBp33AWZ6GRaLKtkOlT3tHpcP174yxCTxUNzY4WFRaS1czTTkwOTBPUjI2SU1DMzk4WSQlQCN0PWcu" TargetMode="External"/><Relationship Id="rId14" Type="http://schemas.openxmlformats.org/officeDocument/2006/relationships/hyperlink" Target="mailto:GIA_editorial@spglobal.com" TargetMode="External"/><Relationship Id="rId22" Type="http://schemas.openxmlformats.org/officeDocument/2006/relationships/hyperlink" Target="mailto:mark.pengelly@spglobal.com"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75488" y="1316736"/>
            <a:ext cx="7370064" cy="1865376"/>
          </a:xfrm>
          <a:prstGeom prst="rect">
            <a:avLst/>
          </a:prstGeom>
          <a:noFill/>
          <a:ln/>
        </p:spPr>
        <p:txBody>
          <a:bodyPr wrap="square" rtlCol="0" anchor="b"/>
          <a:lstStyle/>
          <a:p>
            <a:pPr marL="0" indent="0" algn="l">
              <a:buNone/>
            </a:pPr>
            <a:r>
              <a:rPr lang="en-US" sz="4400" dirty="0">
                <a:solidFill>
                  <a:srgbClr val="000000"/>
                </a:solidFill>
                <a:latin typeface="Arial" pitchFamily="34" charset="0"/>
                <a:ea typeface="Arial" pitchFamily="34" charset="-122"/>
                <a:cs typeface="Arial" pitchFamily="34" charset="-120"/>
              </a:rPr>
              <a:t>Saudi Arabia's Data Center Revolution</a:t>
            </a:r>
            <a:endParaRPr lang="en-US" sz="4400" dirty="0"/>
          </a:p>
        </p:txBody>
      </p:sp>
      <p:sp>
        <p:nvSpPr>
          <p:cNvPr id="3" name="Text 0"/>
          <p:cNvSpPr>
            <a:spLocks noGrp="1"/>
          </p:cNvSpPr>
          <p:nvPr>
            <p:ph type="body" idx="102" hasCustomPrompt="1"/>
          </p:nvPr>
        </p:nvSpPr>
        <p:spPr>
          <a:xfrm>
            <a:off x="475488" y="3182112"/>
            <a:ext cx="7187184" cy="576072"/>
          </a:xfrm>
          <a:prstGeom prst="rect">
            <a:avLst/>
          </a:prstGeom>
          <a:noFill/>
          <a:ln/>
        </p:spPr>
        <p:txBody>
          <a:bodyPr wrap="square" rtlCol="0" anchor="t"/>
          <a:lstStyle/>
          <a:p>
            <a:pPr marL="0" indent="0" algn="l">
              <a:buNone/>
            </a:pPr>
            <a:r>
              <a:rPr lang="en-US" sz="1800" dirty="0">
                <a:solidFill>
                  <a:srgbClr val="000000"/>
                </a:solidFill>
                <a:latin typeface="Arial" pitchFamily="34" charset="0"/>
                <a:ea typeface="Arial" pitchFamily="34" charset="-122"/>
                <a:cs typeface="Arial" pitchFamily="34" charset="-120"/>
              </a:rPr>
              <a:t>Powering Vision 2030's Digital Transformation</a:t>
            </a:r>
            <a:endParaRPr lang="en-US" sz="1800" dirty="0"/>
          </a:p>
        </p:txBody>
      </p:sp>
      <p:sp>
        <p:nvSpPr>
          <p:cNvPr id="4" name="Text 0"/>
          <p:cNvSpPr>
            <a:spLocks noGrp="1"/>
          </p:cNvSpPr>
          <p:nvPr>
            <p:ph type="body" idx="103" hasCustomPrompt="1"/>
          </p:nvPr>
        </p:nvSpPr>
        <p:spPr>
          <a:xfrm>
            <a:off x="475488" y="3977640"/>
            <a:ext cx="7187184" cy="1865376"/>
          </a:xfrm>
          <a:prstGeom prst="rect">
            <a:avLst/>
          </a:prstGeom>
          <a:noFill/>
          <a:ln/>
        </p:spPr>
        <p:txBody>
          <a:bodyPr wrap="square" rtlCol="0" anchor="b"/>
          <a:lstStyle/>
          <a:p>
            <a:pPr marL="0" indent="0" algn="l">
              <a:buNone/>
            </a:pPr>
            <a:r>
              <a:rPr lang="en-US" sz="1600" dirty="0">
                <a:solidFill>
                  <a:srgbClr val="000000"/>
                </a:solidFill>
                <a:latin typeface="Arial" pitchFamily="34" charset="0"/>
                <a:ea typeface="Arial" pitchFamily="34" charset="-122"/>
                <a:cs typeface="Arial" pitchFamily="34" charset="-120"/>
              </a:rPr>
              <a:t>Mizan Bin abdul rahman / SGA EDITORIAL 1 / LEAD EDITOR</a:t>
            </a:r>
            <a:endParaRPr lang="en-US" sz="1600" dirty="0"/>
          </a:p>
        </p:txBody>
      </p:sp>
      <p:sp>
        <p:nvSpPr>
          <p:cNvPr id="5" name="Text 0"/>
          <p:cNvSpPr>
            <a:spLocks noGrp="1"/>
          </p:cNvSpPr>
          <p:nvPr>
            <p:ph type="body" idx="106" hasCustomPrompt="1"/>
          </p:nvPr>
        </p:nvSpPr>
        <p:spPr>
          <a:xfrm>
            <a:off x="7251192" y="356616"/>
            <a:ext cx="4471416" cy="237744"/>
          </a:xfrm>
          <a:prstGeom prst="rect">
            <a:avLst/>
          </a:prstGeom>
          <a:noFill/>
          <a:ln/>
        </p:spPr>
        <p:txBody>
          <a:bodyPr wrap="square" rtlCol="0" anchor="ctr"/>
          <a:lstStyle/>
          <a:p>
            <a:pPr marL="0" indent="0" algn="r">
              <a:buNone/>
            </a:pPr>
            <a:r>
              <a:rPr lang="en-US" sz="1200" b="1" dirty="0">
                <a:solidFill>
                  <a:srgbClr val="D6002A"/>
                </a:solidFill>
                <a:latin typeface="Arial" pitchFamily="34" charset="0"/>
                <a:ea typeface="Arial" pitchFamily="34" charset="-122"/>
                <a:cs typeface="Arial" pitchFamily="34" charset="-120"/>
              </a:rPr>
              <a:t>STRATEGIC REPORT</a:t>
            </a:r>
            <a:endParaRPr lang="en-US" sz="1200" dirty="0"/>
          </a:p>
        </p:txBody>
      </p:sp>
      <p:sp>
        <p:nvSpPr>
          <p:cNvPr id="6" name="Text 0"/>
          <p:cNvSpPr>
            <a:spLocks noGrp="1"/>
          </p:cNvSpPr>
          <p:nvPr>
            <p:ph idx="104" hasCustomPrompt="1"/>
          </p:nvPr>
        </p:nvSpPr>
        <p:spPr>
          <a:xfrm>
            <a:off x="475488" y="5980176"/>
            <a:ext cx="3035808" cy="219456"/>
          </a:xfrm>
          <a:prstGeom prst="rect">
            <a:avLst/>
          </a:prstGeom>
          <a:noFill/>
          <a:ln/>
        </p:spPr>
        <p:txBody>
          <a:bodyPr wrap="square" rtlCol="0" anchor="ctr"/>
          <a:lstStyle/>
          <a:p>
            <a:pPr marL="0" indent="0" algn="l">
              <a:buNone/>
            </a:pPr>
            <a:r>
              <a:rPr lang="en-US" sz="1200" dirty="0">
                <a:solidFill>
                  <a:srgbClr val="000000"/>
                </a:solidFill>
                <a:latin typeface="Arial" pitchFamily="34" charset="0"/>
                <a:ea typeface="Arial" pitchFamily="34" charset="-122"/>
                <a:cs typeface="Arial" pitchFamily="34" charset="-120"/>
              </a:rPr>
              <a:t>January 13, 2026</a:t>
            </a:r>
            <a:endParaRPr lang="en-US" sz="1200" dirty="0"/>
          </a:p>
        </p:txBody>
      </p:sp>
      <p:pic>
        <p:nvPicPr>
          <p:cNvPr id="7" name="Image 0" descr="https://snp-mediaportal.qbank.se/assets/deployedFiles/c7ca8c7d873a5b91534e3755925f5d7c.jpg"/>
          <p:cNvPicPr>
            <a:picLocks noChangeAspect="1"/>
          </p:cNvPicPr>
          <p:nvPr/>
        </p:nvPicPr>
        <p:blipFill>
          <a:blip r:embed="rId3"/>
          <a:srcRect l="27232" r="27232"/>
          <a:stretch/>
        </p:blipFill>
        <p:spPr>
          <a:xfrm>
            <a:off x="7909560" y="1289304"/>
            <a:ext cx="4288536" cy="4928616"/>
          </a:xfrm>
          <a:prstGeom prst="rect">
            <a:avLst/>
          </a:prstGeom>
        </p:spPr>
      </p:pic>
      <p:sp>
        <p:nvSpPr>
          <p:cNvPr id="8" name="Text 0"/>
          <p:cNvSpPr>
            <a:spLocks noGrp="1"/>
          </p:cNvSpPr>
          <p:nvPr>
            <p:ph type="body" idx="105" hasCustomPrompt="1"/>
          </p:nvPr>
        </p:nvSpPr>
        <p:spPr>
          <a:xfrm>
            <a:off x="475488" y="1234440"/>
            <a:ext cx="5532120" cy="237744"/>
          </a:xfrm>
          <a:prstGeom prst="rect">
            <a:avLst/>
          </a:prstGeom>
          <a:noFill/>
          <a:ln/>
        </p:spPr>
        <p:txBody>
          <a:bodyPr wrap="square" rtlCol="0" anchor="ctr"/>
          <a:lstStyle/>
          <a:p>
            <a:pPr marL="0" indent="0" algn="l">
              <a:buNone/>
            </a:pPr>
            <a:endParaRPr lang="en-US" sz="1200" dirty="0"/>
          </a:p>
        </p:txBody>
      </p:sp>
      <p:sp>
        <p:nvSpPr>
          <p:cNvPr id="9" name="Text 0"/>
          <p:cNvSpPr>
            <a:spLocks noGrp="1"/>
          </p:cNvSpPr>
          <p:nvPr>
            <p:ph idx="107" hasCustomPrompt="1"/>
          </p:nvPr>
        </p:nvSpPr>
        <p:spPr>
          <a:xfrm>
            <a:off x="7909560" y="1289304"/>
            <a:ext cx="4288536" cy="4928616"/>
          </a:xfrm>
          <a:prstGeom prst="rect">
            <a:avLst/>
          </a:prstGeom>
          <a:noFill/>
          <a:ln/>
        </p:spPr>
        <p:txBody>
          <a:bodyPr wrap="square" rtlCol="0"/>
          <a:lstStyle/>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idx="102" hasCustomPrompt="1"/>
          </p:nvPr>
        </p:nvSpPr>
        <p:spPr>
          <a:xfrm>
            <a:off x="11411712" y="6565392"/>
            <a:ext cx="310896"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2</a:t>
            </a:r>
            <a:endParaRPr lang="en-US" sz="700" dirty="0"/>
          </a:p>
        </p:txBody>
      </p:sp>
      <p:sp>
        <p:nvSpPr>
          <p:cNvPr id="3" name="Text 1"/>
          <p:cNvSpPr>
            <a:spLocks noGrp="1"/>
          </p:cNvSpPr>
          <p:nvPr>
            <p:ph type="title" idx="103" hasCustomPrompt="1"/>
          </p:nvPr>
        </p:nvSpPr>
        <p:spPr>
          <a:xfrm>
            <a:off x="475488" y="292608"/>
            <a:ext cx="5212080" cy="457200"/>
          </a:xfrm>
          <a:prstGeom prst="rect">
            <a:avLst/>
          </a:prstGeom>
          <a:noFill/>
          <a:ln/>
        </p:spPr>
        <p:txBody>
          <a:bodyPr wrap="square" rtlCol="0" anchor="t"/>
          <a:lstStyle/>
          <a:p>
            <a:pPr marL="0" indent="0" algn="l">
              <a:buNone/>
            </a:pPr>
            <a:r>
              <a:rPr lang="en-US" sz="2400" dirty="0">
                <a:solidFill>
                  <a:srgbClr val="000000"/>
                </a:solidFill>
                <a:latin typeface="Arial" pitchFamily="34" charset="0"/>
                <a:ea typeface="Arial" pitchFamily="34" charset="-122"/>
                <a:cs typeface="Arial" pitchFamily="34" charset="-120"/>
              </a:rPr>
              <a:t>Market Transformation at Scale</a:t>
            </a:r>
            <a:endParaRPr lang="en-US" sz="2400" dirty="0"/>
          </a:p>
        </p:txBody>
      </p:sp>
      <p:sp>
        <p:nvSpPr>
          <p:cNvPr id="4" name="Text 1"/>
          <p:cNvSpPr>
            <a:spLocks noGrp="1"/>
          </p:cNvSpPr>
          <p:nvPr>
            <p:ph type="body" idx="104" hasCustomPrompt="1"/>
          </p:nvPr>
        </p:nvSpPr>
        <p:spPr>
          <a:xfrm>
            <a:off x="475488" y="896112"/>
            <a:ext cx="5212080" cy="283464"/>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Explosive growth driving economic diversification</a:t>
            </a:r>
            <a:endParaRPr lang="en-US" sz="1800" dirty="0"/>
          </a:p>
        </p:txBody>
      </p:sp>
      <p:sp>
        <p:nvSpPr>
          <p:cNvPr id="5" name="Text 1"/>
          <p:cNvSpPr>
            <a:spLocks noGrp="1"/>
          </p:cNvSpPr>
          <p:nvPr>
            <p:ph type="body" idx="105" hasCustomPrompt="1"/>
          </p:nvPr>
        </p:nvSpPr>
        <p:spPr>
          <a:xfrm>
            <a:off x="475488" y="1225296"/>
            <a:ext cx="5212080" cy="443484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Saudi Arabia's data center market is experiencing unprecedented expansion as a cornerstone of Vision 2030's economic diversification strategy. The sector demonstrates remarkable momentum with a 29% compound annual growth rate projected through 2030, positioning the kingdom as a regional digital transformation leader.</a:t>
            </a:r>
            <a:endParaRPr lang="en-US" sz="1200" dirty="0"/>
          </a:p>
          <a:p>
            <a:pPr marL="0" indent="0" algn="l">
              <a:spcAft>
                <a:spcPts val="600"/>
              </a:spcAft>
              <a:buNone/>
            </a:pPr>
            <a:endParaRPr lang="en-US" sz="1200" dirty="0"/>
          </a:p>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Current market capacity stands at 222 MW of IT power as of Q1 2025, with ambitious plans for an additional 760 MW expansion by 2030 - more than tripling existing capacity. This growth trajectory is supported by dramatic increases in foreign direct investment, which surged from $5.3 billion in 2020 to $31 billion in 2024.</a:t>
            </a:r>
            <a:endParaRPr lang="en-US" sz="1200" dirty="0"/>
          </a:p>
          <a:p>
            <a:pPr marL="0" indent="0" algn="l">
              <a:spcAft>
                <a:spcPts val="600"/>
              </a:spcAft>
              <a:buNone/>
            </a:pPr>
            <a:endParaRPr lang="en-US" sz="1200" dirty="0"/>
          </a:p>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The market transformation reflects Saudi Arabia's strategic pivot toward technology-driven economic growth, leveraging abundant energy resources and government policy support to attract major international cloud providers and establish the kingdom as a critical digital infrastructure hub for the Middle East region.</a:t>
            </a:r>
            <a:endParaRPr lang="en-US" sz="1200" dirty="0"/>
          </a:p>
        </p:txBody>
      </p:sp>
      <p:sp>
        <p:nvSpPr>
          <p:cNvPr id="6" name="Text 1"/>
          <p:cNvSpPr>
            <a:spLocks noGrp="1"/>
          </p:cNvSpPr>
          <p:nvPr>
            <p:ph type="chart" idx="106" hasCustomPrompt="1"/>
          </p:nvPr>
        </p:nvSpPr>
        <p:spPr>
          <a:xfrm>
            <a:off x="6611112" y="347472"/>
            <a:ext cx="5029200" cy="5257800"/>
          </a:xfrm>
          <a:prstGeom prst="rect">
            <a:avLst/>
          </a:prstGeom>
          <a:noFill/>
          <a:ln/>
        </p:spPr>
        <p:txBody>
          <a:bodyPr wrap="square" lIns="0" tIns="0" rIns="0" bIns="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name: 'IT Power Capacity (MW)',</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labels: ['Current (Q1 2025)', 'Planned (2030)'],</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values: [222, 982]</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name: 'FDI Investment ($B)',</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labels: ['2020', '2024'],</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values: [5.3, 31.0]</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    }</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a:t>
            </a:r>
            <a:endParaRPr lang="en-US" sz="950" dirty="0"/>
          </a:p>
        </p:txBody>
      </p:sp>
      <p:sp>
        <p:nvSpPr>
          <p:cNvPr id="7" name="Text 1"/>
          <p:cNvSpPr>
            <a:spLocks noGrp="1"/>
          </p:cNvSpPr>
          <p:nvPr>
            <p:ph type="body" idx="107" hasCustomPrompt="1"/>
          </p:nvPr>
        </p:nvSpPr>
        <p:spPr>
          <a:xfrm>
            <a:off x="6016752" y="0"/>
            <a:ext cx="5715000" cy="320040"/>
          </a:xfrm>
          <a:prstGeom prst="rect">
            <a:avLst/>
          </a:prstGeom>
          <a:noFill/>
          <a:ln/>
        </p:spPr>
        <p:txBody>
          <a:bodyPr wrap="square" rtlCol="0" anchor="ctr"/>
          <a:lstStyle/>
          <a:p>
            <a:pPr marL="0" indent="0" algn="r">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8" name="Text 1"/>
          <p:cNvSpPr>
            <a:spLocks noGrp="1"/>
          </p:cNvSpPr>
          <p:nvPr>
            <p:ph type="body" idx="108" hasCustomPrompt="1"/>
          </p:nvPr>
        </p:nvSpPr>
        <p:spPr>
          <a:xfrm>
            <a:off x="475488" y="5733288"/>
            <a:ext cx="11247120" cy="530352"/>
          </a:xfrm>
          <a:prstGeom prst="rect">
            <a:avLst/>
          </a:prstGeom>
          <a:noFill/>
          <a:ln/>
        </p:spPr>
        <p:txBody>
          <a:bodyPr wrap="square" rtlCol="0" anchor="b"/>
          <a:lstStyle/>
          <a:p>
            <a:pPr marL="0" indent="0" algn="l">
              <a:buNone/>
            </a:pPr>
            <a:r>
              <a:rPr lang="en-US" sz="700" dirty="0">
                <a:solidFill>
                  <a:srgbClr val="000000"/>
                </a:solidFill>
                <a:latin typeface="Arial" pitchFamily="34" charset="0"/>
                <a:ea typeface="Arial" pitchFamily="34" charset="-122"/>
                <a:cs typeface="Arial" pitchFamily="34" charset="-120"/>
              </a:rPr>
              <a:t>Source: S&amp;P Global | Web sources: https://www.spglobal.com/en/research-insights/special-reports/look-forward/data-center-frontiers/saudi-arabia-data-center-market</a:t>
            </a:r>
            <a:endParaRPr lang="en-US" sz="700" dirty="0"/>
          </a:p>
        </p:txBody>
      </p:sp>
      <p:graphicFrame>
        <p:nvGraphicFramePr>
          <p:cNvPr id="9" name="Chart 0"/>
          <p:cNvGraphicFramePr/>
          <p:nvPr/>
        </p:nvGraphicFramePr>
        <p:xfrm>
          <a:off x="6611112" y="347472"/>
          <a:ext cx="5029200" cy="5257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idx="102" hasCustomPrompt="1"/>
          </p:nvPr>
        </p:nvSpPr>
        <p:spPr>
          <a:xfrm>
            <a:off x="11411712" y="6565392"/>
            <a:ext cx="310896"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3</a:t>
            </a:r>
            <a:endParaRPr lang="en-US" sz="700" dirty="0"/>
          </a:p>
        </p:txBody>
      </p:sp>
      <p:sp>
        <p:nvSpPr>
          <p:cNvPr id="3" name="Text 1"/>
          <p:cNvSpPr>
            <a:spLocks noGrp="1"/>
          </p:cNvSpPr>
          <p:nvPr>
            <p:ph type="title" idx="103" hasCustomPrompt="1"/>
          </p:nvPr>
        </p:nvSpPr>
        <p:spPr>
          <a:xfrm>
            <a:off x="475488" y="292608"/>
            <a:ext cx="11247120" cy="457200"/>
          </a:xfrm>
          <a:prstGeom prst="rect">
            <a:avLst/>
          </a:prstGeom>
          <a:noFill/>
          <a:ln/>
        </p:spPr>
        <p:txBody>
          <a:bodyPr wrap="square" rtlCol="0" anchor="t"/>
          <a:lstStyle/>
          <a:p>
            <a:pPr marL="0" indent="0" algn="l">
              <a:buNone/>
            </a:pPr>
            <a:r>
              <a:rPr lang="en-US" sz="2400" dirty="0">
                <a:solidFill>
                  <a:srgbClr val="000000"/>
                </a:solidFill>
                <a:latin typeface="Arial" pitchFamily="34" charset="0"/>
                <a:ea typeface="Arial" pitchFamily="34" charset="-122"/>
                <a:cs typeface="Arial" pitchFamily="34" charset="-120"/>
              </a:rPr>
              <a:t>Strategic Drivers Accelerating Growth</a:t>
            </a:r>
            <a:endParaRPr lang="en-US" sz="2400" dirty="0"/>
          </a:p>
        </p:txBody>
      </p:sp>
      <p:sp>
        <p:nvSpPr>
          <p:cNvPr id="4" name="Text 1"/>
          <p:cNvSpPr>
            <a:spLocks noGrp="1"/>
          </p:cNvSpPr>
          <p:nvPr>
            <p:ph type="body" idx="104" hasCustomPrompt="1"/>
          </p:nvPr>
        </p:nvSpPr>
        <p:spPr>
          <a:xfrm>
            <a:off x="475488" y="896112"/>
            <a:ext cx="11247120" cy="283464"/>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Vision 2030 and global partnerships fuel expansion</a:t>
            </a:r>
            <a:endParaRPr lang="en-US" sz="1800" dirty="0"/>
          </a:p>
        </p:txBody>
      </p:sp>
      <p:pic>
        <p:nvPicPr>
          <p:cNvPr id="5" name="Image 0" descr="https://snp-mediaportal.qbank.se/assets/deployedFiles/7c7f60733bdda9a48659e167633dc885.jpg"/>
          <p:cNvPicPr>
            <a:picLocks noChangeAspect="1"/>
          </p:cNvPicPr>
          <p:nvPr/>
        </p:nvPicPr>
        <p:blipFill>
          <a:blip r:embed="rId3"/>
          <a:srcRect l="23833" r="23833"/>
          <a:stretch/>
        </p:blipFill>
        <p:spPr>
          <a:xfrm>
            <a:off x="557784" y="1261872"/>
            <a:ext cx="1161288" cy="1161288"/>
          </a:xfrm>
          <a:prstGeom prst="rect">
            <a:avLst/>
          </a:prstGeom>
        </p:spPr>
      </p:pic>
      <p:sp>
        <p:nvSpPr>
          <p:cNvPr id="6" name="Text 1"/>
          <p:cNvSpPr>
            <a:spLocks noGrp="1"/>
          </p:cNvSpPr>
          <p:nvPr>
            <p:ph type="body" idx="106" hasCustomPrompt="1"/>
          </p:nvPr>
        </p:nvSpPr>
        <p:spPr>
          <a:xfrm>
            <a:off x="466344" y="2578608"/>
            <a:ext cx="3474720" cy="384048"/>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Vision 2030 Strategy</a:t>
            </a:r>
            <a:endParaRPr lang="en-US" sz="1800" dirty="0"/>
          </a:p>
        </p:txBody>
      </p:sp>
      <p:sp>
        <p:nvSpPr>
          <p:cNvPr id="7" name="Text 1"/>
          <p:cNvSpPr>
            <a:spLocks noGrp="1"/>
          </p:cNvSpPr>
          <p:nvPr>
            <p:ph type="body" idx="107" hasCustomPrompt="1"/>
          </p:nvPr>
        </p:nvSpPr>
        <p:spPr>
          <a:xfrm>
            <a:off x="466344" y="3118104"/>
            <a:ext cx="3474720" cy="25146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Government diversification initiative driving 100% foreign ownership allowance, special economic zones, and regulatory reforms to attract international investment and establish Saudi Arabia as regional digital hub.</a:t>
            </a:r>
            <a:endParaRPr lang="en-US" sz="1200" dirty="0"/>
          </a:p>
        </p:txBody>
      </p:sp>
      <p:pic>
        <p:nvPicPr>
          <p:cNvPr id="8" name="Image 1" descr="https://snp-mediaportal.qbank.se/assets/deployedFiles/c98a5449076331231fb4cce08c2a7346.jpg"/>
          <p:cNvPicPr>
            <a:picLocks noChangeAspect="1"/>
          </p:cNvPicPr>
          <p:nvPr/>
        </p:nvPicPr>
        <p:blipFill>
          <a:blip r:embed="rId4"/>
          <a:srcRect l="23833" r="23833"/>
          <a:stretch/>
        </p:blipFill>
        <p:spPr>
          <a:xfrm>
            <a:off x="4407408" y="1261872"/>
            <a:ext cx="1161288" cy="1161288"/>
          </a:xfrm>
          <a:prstGeom prst="rect">
            <a:avLst/>
          </a:prstGeom>
        </p:spPr>
      </p:pic>
      <p:sp>
        <p:nvSpPr>
          <p:cNvPr id="9" name="Text 1"/>
          <p:cNvSpPr>
            <a:spLocks noGrp="1"/>
          </p:cNvSpPr>
          <p:nvPr>
            <p:ph type="body" idx="109" hasCustomPrompt="1"/>
          </p:nvPr>
        </p:nvSpPr>
        <p:spPr>
          <a:xfrm>
            <a:off x="4315968" y="2578608"/>
            <a:ext cx="3474720" cy="384048"/>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Major Cloud Commitments</a:t>
            </a:r>
            <a:endParaRPr lang="en-US" sz="1800" dirty="0"/>
          </a:p>
        </p:txBody>
      </p:sp>
      <p:sp>
        <p:nvSpPr>
          <p:cNvPr id="10" name="Text 1"/>
          <p:cNvSpPr>
            <a:spLocks noGrp="1"/>
          </p:cNvSpPr>
          <p:nvPr>
            <p:ph type="body" idx="110" hasCustomPrompt="1"/>
          </p:nvPr>
        </p:nvSpPr>
        <p:spPr>
          <a:xfrm>
            <a:off x="4315968" y="3118104"/>
            <a:ext cx="3474720" cy="25146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AWS and Microsoft announcing 2026 data center launches, Oracle already established. These partnerships validate market opportunity and provide foundation for hyperscale infrastructure development across the kingdom.</a:t>
            </a:r>
            <a:endParaRPr lang="en-US" sz="1200" dirty="0"/>
          </a:p>
        </p:txBody>
      </p:sp>
      <p:pic>
        <p:nvPicPr>
          <p:cNvPr id="11" name="Image 2" descr="https://snp-mediaportal.qbank.se/assets/deployedFiles/01dc3979fe17f04da26103906f1eec43.jpg"/>
          <p:cNvPicPr>
            <a:picLocks noChangeAspect="1"/>
          </p:cNvPicPr>
          <p:nvPr/>
        </p:nvPicPr>
        <p:blipFill>
          <a:blip r:embed="rId5"/>
          <a:srcRect l="23833" r="23833"/>
          <a:stretch/>
        </p:blipFill>
        <p:spPr>
          <a:xfrm>
            <a:off x="8257032" y="1261872"/>
            <a:ext cx="1161288" cy="1161288"/>
          </a:xfrm>
          <a:prstGeom prst="rect">
            <a:avLst/>
          </a:prstGeom>
        </p:spPr>
      </p:pic>
      <p:sp>
        <p:nvSpPr>
          <p:cNvPr id="12" name="Text 1"/>
          <p:cNvSpPr>
            <a:spLocks noGrp="1"/>
          </p:cNvSpPr>
          <p:nvPr>
            <p:ph type="body" idx="112" hasCustomPrompt="1"/>
          </p:nvPr>
        </p:nvSpPr>
        <p:spPr>
          <a:xfrm>
            <a:off x="8165592" y="2578608"/>
            <a:ext cx="3474720" cy="384048"/>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Humain AI Initiative</a:t>
            </a:r>
            <a:endParaRPr lang="en-US" sz="1800" dirty="0"/>
          </a:p>
        </p:txBody>
      </p:sp>
      <p:sp>
        <p:nvSpPr>
          <p:cNvPr id="13" name="Text 1"/>
          <p:cNvSpPr>
            <a:spLocks noGrp="1"/>
          </p:cNvSpPr>
          <p:nvPr>
            <p:ph type="body" idx="113" hasCustomPrompt="1"/>
          </p:nvPr>
        </p:nvSpPr>
        <p:spPr>
          <a:xfrm>
            <a:off x="8165592" y="3118104"/>
            <a:ext cx="3474720" cy="25146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$10 billion NVIDIA partnership featuring 18,000 Blackwell chips and 500 MW capacity, targeting 6% of global AI workload. Positions Saudi Arabia at forefront of artificial intelligence infrastructure development.</a:t>
            </a:r>
            <a:endParaRPr lang="en-US" sz="1200" dirty="0"/>
          </a:p>
        </p:txBody>
      </p:sp>
      <p:sp>
        <p:nvSpPr>
          <p:cNvPr id="14" name="Text 1"/>
          <p:cNvSpPr>
            <a:spLocks noGrp="1"/>
          </p:cNvSpPr>
          <p:nvPr>
            <p:ph type="body" idx="114" hasCustomPrompt="1"/>
          </p:nvPr>
        </p:nvSpPr>
        <p:spPr>
          <a:xfrm>
            <a:off x="6016752" y="0"/>
            <a:ext cx="5715000" cy="320040"/>
          </a:xfrm>
          <a:prstGeom prst="rect">
            <a:avLst/>
          </a:prstGeom>
          <a:noFill/>
          <a:ln/>
        </p:spPr>
        <p:txBody>
          <a:bodyPr wrap="square" rtlCol="0" anchor="ctr"/>
          <a:lstStyle/>
          <a:p>
            <a:pPr marL="0" indent="0" algn="r">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15" name="Text 1"/>
          <p:cNvSpPr>
            <a:spLocks noGrp="1"/>
          </p:cNvSpPr>
          <p:nvPr>
            <p:ph type="body" idx="115" hasCustomPrompt="1"/>
          </p:nvPr>
        </p:nvSpPr>
        <p:spPr>
          <a:xfrm>
            <a:off x="475488" y="5733288"/>
            <a:ext cx="11247120" cy="530352"/>
          </a:xfrm>
          <a:prstGeom prst="rect">
            <a:avLst/>
          </a:prstGeom>
          <a:noFill/>
          <a:ln/>
        </p:spPr>
        <p:txBody>
          <a:bodyPr wrap="square" rtlCol="0" anchor="b"/>
          <a:lstStyle/>
          <a:p>
            <a:pPr marL="0" indent="0" algn="l">
              <a:buNone/>
            </a:pPr>
            <a:r>
              <a:rPr lang="en-US" sz="700" dirty="0">
                <a:solidFill>
                  <a:srgbClr val="000000"/>
                </a:solidFill>
                <a:latin typeface="Arial" pitchFamily="34" charset="0"/>
                <a:ea typeface="Arial" pitchFamily="34" charset="-122"/>
                <a:cs typeface="Arial" pitchFamily="34" charset="-120"/>
              </a:rPr>
              <a:t>Source: S&amp;P Global | Web sources: https://www.spglobal.com/en/research-insights/special-reports/look-forward/data-center-frontiers/saudi-arabia-data-center-market</a:t>
            </a:r>
            <a:endParaRPr lang="en-US" sz="700" dirty="0"/>
          </a:p>
        </p:txBody>
      </p:sp>
      <p:sp>
        <p:nvSpPr>
          <p:cNvPr id="16" name="Text 1"/>
          <p:cNvSpPr>
            <a:spLocks noGrp="1"/>
          </p:cNvSpPr>
          <p:nvPr>
            <p:ph idx="105" hasCustomPrompt="1"/>
          </p:nvPr>
        </p:nvSpPr>
        <p:spPr>
          <a:xfrm>
            <a:off x="557784" y="1261872"/>
            <a:ext cx="1161288" cy="1161288"/>
          </a:xfrm>
          <a:prstGeom prst="rect">
            <a:avLst/>
          </a:prstGeom>
          <a:noFill/>
          <a:ln/>
        </p:spPr>
        <p:txBody>
          <a:bodyPr wrap="square" rtlCol="0"/>
          <a:lstStyle/>
          <a:p>
            <a:pPr marL="0" indent="0">
              <a:buNone/>
            </a:pPr>
            <a:endParaRPr lang="en-US" dirty="0"/>
          </a:p>
        </p:txBody>
      </p:sp>
      <p:sp>
        <p:nvSpPr>
          <p:cNvPr id="17" name="Text 1"/>
          <p:cNvSpPr>
            <a:spLocks noGrp="1"/>
          </p:cNvSpPr>
          <p:nvPr>
            <p:ph idx="108" hasCustomPrompt="1"/>
          </p:nvPr>
        </p:nvSpPr>
        <p:spPr>
          <a:xfrm>
            <a:off x="4407408" y="1261872"/>
            <a:ext cx="1161288" cy="1161288"/>
          </a:xfrm>
          <a:prstGeom prst="rect">
            <a:avLst/>
          </a:prstGeom>
          <a:noFill/>
          <a:ln/>
        </p:spPr>
        <p:txBody>
          <a:bodyPr wrap="square" rtlCol="0"/>
          <a:lstStyle/>
          <a:p>
            <a:pPr marL="0" indent="0">
              <a:buNone/>
            </a:pPr>
            <a:endParaRPr lang="en-US" dirty="0"/>
          </a:p>
        </p:txBody>
      </p:sp>
      <p:sp>
        <p:nvSpPr>
          <p:cNvPr id="18" name="Text 1"/>
          <p:cNvSpPr>
            <a:spLocks noGrp="1"/>
          </p:cNvSpPr>
          <p:nvPr>
            <p:ph idx="111" hasCustomPrompt="1"/>
          </p:nvPr>
        </p:nvSpPr>
        <p:spPr>
          <a:xfrm>
            <a:off x="8257032" y="1261872"/>
            <a:ext cx="1161288" cy="1161288"/>
          </a:xfrm>
          <a:prstGeom prst="rect">
            <a:avLst/>
          </a:prstGeom>
          <a:noFill/>
          <a:ln/>
        </p:spPr>
        <p:txBody>
          <a:bodyPr wrap="square" rtlCol="0"/>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idx="102" hasCustomPrompt="1"/>
          </p:nvPr>
        </p:nvSpPr>
        <p:spPr>
          <a:xfrm>
            <a:off x="11411712" y="6565392"/>
            <a:ext cx="310896"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4</a:t>
            </a:r>
            <a:endParaRPr lang="en-US" sz="700" dirty="0"/>
          </a:p>
        </p:txBody>
      </p:sp>
      <p:sp>
        <p:nvSpPr>
          <p:cNvPr id="3" name="Text 1"/>
          <p:cNvSpPr>
            <a:spLocks noGrp="1"/>
          </p:cNvSpPr>
          <p:nvPr>
            <p:ph type="title" idx="103" hasCustomPrompt="1"/>
          </p:nvPr>
        </p:nvSpPr>
        <p:spPr>
          <a:xfrm>
            <a:off x="475488" y="292608"/>
            <a:ext cx="11247120" cy="457200"/>
          </a:xfrm>
          <a:prstGeom prst="rect">
            <a:avLst/>
          </a:prstGeom>
          <a:noFill/>
          <a:ln/>
        </p:spPr>
        <p:txBody>
          <a:bodyPr wrap="square" rtlCol="0" anchor="t"/>
          <a:lstStyle/>
          <a:p>
            <a:pPr marL="0" indent="0" algn="l">
              <a:buNone/>
            </a:pPr>
            <a:r>
              <a:rPr lang="en-US" sz="2400" dirty="0">
                <a:solidFill>
                  <a:srgbClr val="000000"/>
                </a:solidFill>
                <a:latin typeface="Arial" pitchFamily="34" charset="0"/>
                <a:ea typeface="Arial" pitchFamily="34" charset="-122"/>
                <a:cs typeface="Arial" pitchFamily="34" charset="-120"/>
              </a:rPr>
              <a:t>Competitive Landscape and Market Leaders</a:t>
            </a:r>
            <a:endParaRPr lang="en-US" sz="2400" dirty="0"/>
          </a:p>
        </p:txBody>
      </p:sp>
      <p:sp>
        <p:nvSpPr>
          <p:cNvPr id="4" name="Text 1"/>
          <p:cNvSpPr>
            <a:spLocks noGrp="1"/>
          </p:cNvSpPr>
          <p:nvPr>
            <p:ph type="body" idx="104" hasCustomPrompt="1"/>
          </p:nvPr>
        </p:nvSpPr>
        <p:spPr>
          <a:xfrm>
            <a:off x="475488" y="896112"/>
            <a:ext cx="11247120" cy="283464"/>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Established players and new entrants positioning for growth</a:t>
            </a:r>
            <a:endParaRPr lang="en-US" sz="1800" dirty="0"/>
          </a:p>
        </p:txBody>
      </p:sp>
      <p:sp>
        <p:nvSpPr>
          <p:cNvPr id="5" name="Text 1"/>
          <p:cNvSpPr>
            <a:spLocks noGrp="1"/>
          </p:cNvSpPr>
          <p:nvPr>
            <p:ph type="body" idx="105" hasCustomPrompt="1"/>
          </p:nvPr>
        </p:nvSpPr>
        <p:spPr>
          <a:xfrm>
            <a:off x="475488" y="1225296"/>
            <a:ext cx="2743200" cy="585216"/>
          </a:xfrm>
          <a:prstGeom prst="rect">
            <a:avLst/>
          </a:prstGeom>
          <a:noFill/>
          <a:ln/>
        </p:spPr>
        <p:txBody>
          <a:bodyPr wrap="square" rtlCol="0" anchor="t"/>
          <a:lstStyle/>
          <a:p>
            <a:pPr marL="0" indent="0" algn="l">
              <a:buNone/>
            </a:pPr>
            <a:r>
              <a:rPr lang="en-US" sz="1600" dirty="0">
                <a:solidFill>
                  <a:srgbClr val="000000"/>
                </a:solidFill>
                <a:latin typeface="Arial" pitchFamily="34" charset="0"/>
                <a:ea typeface="Arial" pitchFamily="34" charset="-122"/>
                <a:cs typeface="Arial" pitchFamily="34" charset="-120"/>
              </a:rPr>
              <a:t>Established Leaders</a:t>
            </a:r>
            <a:endParaRPr lang="en-US" sz="1600" dirty="0"/>
          </a:p>
        </p:txBody>
      </p:sp>
      <p:sp>
        <p:nvSpPr>
          <p:cNvPr id="6" name="Text 1"/>
          <p:cNvSpPr>
            <a:spLocks noGrp="1"/>
          </p:cNvSpPr>
          <p:nvPr>
            <p:ph type="body" idx="106" hasCustomPrompt="1"/>
          </p:nvPr>
        </p:nvSpPr>
        <p:spPr>
          <a:xfrm>
            <a:off x="475488" y="1764792"/>
            <a:ext cx="2743200" cy="38862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Center3 (STC affiliate), Damac Data Centers, and Quantum Switch Tamasuk lead current market with proven infrastructure and local partnerships.</a:t>
            </a:r>
            <a:endParaRPr lang="en-US" sz="1200" dirty="0"/>
          </a:p>
        </p:txBody>
      </p:sp>
      <p:sp>
        <p:nvSpPr>
          <p:cNvPr id="7" name="Text 1"/>
          <p:cNvSpPr>
            <a:spLocks noGrp="1"/>
          </p:cNvSpPr>
          <p:nvPr>
            <p:ph type="body" idx="107" hasCustomPrompt="1"/>
          </p:nvPr>
        </p:nvSpPr>
        <p:spPr>
          <a:xfrm>
            <a:off x="3310128" y="1225296"/>
            <a:ext cx="2743200" cy="585216"/>
          </a:xfrm>
          <a:prstGeom prst="rect">
            <a:avLst/>
          </a:prstGeom>
          <a:noFill/>
          <a:ln/>
        </p:spPr>
        <p:txBody>
          <a:bodyPr wrap="square" rtlCol="0" anchor="t"/>
          <a:lstStyle/>
          <a:p>
            <a:pPr marL="0" indent="0" algn="l">
              <a:buNone/>
            </a:pPr>
            <a:r>
              <a:rPr lang="en-US" sz="1600" dirty="0">
                <a:solidFill>
                  <a:srgbClr val="000000"/>
                </a:solidFill>
                <a:latin typeface="Arial" pitchFamily="34" charset="0"/>
                <a:ea typeface="Arial" pitchFamily="34" charset="-122"/>
                <a:cs typeface="Arial" pitchFamily="34" charset="-120"/>
              </a:rPr>
              <a:t>Emerging Competitors</a:t>
            </a:r>
            <a:endParaRPr lang="en-US" sz="1600" dirty="0"/>
          </a:p>
        </p:txBody>
      </p:sp>
      <p:sp>
        <p:nvSpPr>
          <p:cNvPr id="8" name="Text 1"/>
          <p:cNvSpPr>
            <a:spLocks noGrp="1"/>
          </p:cNvSpPr>
          <p:nvPr>
            <p:ph type="body" idx="108" hasCustomPrompt="1"/>
          </p:nvPr>
        </p:nvSpPr>
        <p:spPr>
          <a:xfrm>
            <a:off x="3310128" y="1764792"/>
            <a:ext cx="2743200" cy="38862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DataVolt, ZeroPoint DC, and Gulf Data Hub represent new generation of providers targeting hyperscale opportunities.</a:t>
            </a:r>
            <a:endParaRPr lang="en-US" sz="1200" dirty="0"/>
          </a:p>
        </p:txBody>
      </p:sp>
      <p:sp>
        <p:nvSpPr>
          <p:cNvPr id="9" name="Text 1"/>
          <p:cNvSpPr>
            <a:spLocks noGrp="1"/>
          </p:cNvSpPr>
          <p:nvPr>
            <p:ph type="body" idx="109" hasCustomPrompt="1"/>
          </p:nvPr>
        </p:nvSpPr>
        <p:spPr>
          <a:xfrm>
            <a:off x="6144768" y="1225296"/>
            <a:ext cx="2743200" cy="585216"/>
          </a:xfrm>
          <a:prstGeom prst="rect">
            <a:avLst/>
          </a:prstGeom>
          <a:noFill/>
          <a:ln/>
        </p:spPr>
        <p:txBody>
          <a:bodyPr wrap="square" rtlCol="0" anchor="t"/>
          <a:lstStyle/>
          <a:p>
            <a:pPr marL="0" indent="0" algn="l">
              <a:buNone/>
            </a:pPr>
            <a:r>
              <a:rPr lang="en-US" sz="1600" dirty="0">
                <a:solidFill>
                  <a:srgbClr val="000000"/>
                </a:solidFill>
                <a:latin typeface="Arial" pitchFamily="34" charset="0"/>
                <a:ea typeface="Arial" pitchFamily="34" charset="-122"/>
                <a:cs typeface="Arial" pitchFamily="34" charset="-120"/>
              </a:rPr>
              <a:t>Market Disruptor</a:t>
            </a:r>
            <a:endParaRPr lang="en-US" sz="1600" dirty="0"/>
          </a:p>
        </p:txBody>
      </p:sp>
      <p:sp>
        <p:nvSpPr>
          <p:cNvPr id="10" name="Text 1"/>
          <p:cNvSpPr>
            <a:spLocks noGrp="1"/>
          </p:cNvSpPr>
          <p:nvPr>
            <p:ph type="body" idx="110" hasCustomPrompt="1"/>
          </p:nvPr>
        </p:nvSpPr>
        <p:spPr>
          <a:xfrm>
            <a:off x="6144768" y="1764792"/>
            <a:ext cx="2743200" cy="38862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Humain targets 6% of global AI workload with 6.6 GW capacity by 2034, fundamentally reshaping competitive dynamics.</a:t>
            </a:r>
            <a:endParaRPr lang="en-US" sz="1200" dirty="0"/>
          </a:p>
        </p:txBody>
      </p:sp>
      <p:sp>
        <p:nvSpPr>
          <p:cNvPr id="11" name="Text 1"/>
          <p:cNvSpPr>
            <a:spLocks noGrp="1"/>
          </p:cNvSpPr>
          <p:nvPr>
            <p:ph type="body" idx="111" hasCustomPrompt="1"/>
          </p:nvPr>
        </p:nvSpPr>
        <p:spPr>
          <a:xfrm>
            <a:off x="8988552" y="1225296"/>
            <a:ext cx="2743200" cy="585216"/>
          </a:xfrm>
          <a:prstGeom prst="rect">
            <a:avLst/>
          </a:prstGeom>
          <a:noFill/>
          <a:ln/>
        </p:spPr>
        <p:txBody>
          <a:bodyPr wrap="square" rtlCol="0" anchor="t"/>
          <a:lstStyle/>
          <a:p>
            <a:pPr marL="0" indent="0" algn="l">
              <a:buNone/>
            </a:pPr>
            <a:r>
              <a:rPr lang="en-US" sz="1600" dirty="0">
                <a:solidFill>
                  <a:srgbClr val="000000"/>
                </a:solidFill>
                <a:latin typeface="Arial" pitchFamily="34" charset="0"/>
                <a:ea typeface="Arial" pitchFamily="34" charset="-122"/>
                <a:cs typeface="Arial" pitchFamily="34" charset="-120"/>
              </a:rPr>
              <a:t>Strategic Locations</a:t>
            </a:r>
            <a:endParaRPr lang="en-US" sz="1600" dirty="0"/>
          </a:p>
        </p:txBody>
      </p:sp>
      <p:sp>
        <p:nvSpPr>
          <p:cNvPr id="12" name="Text 1"/>
          <p:cNvSpPr>
            <a:spLocks noGrp="1"/>
          </p:cNvSpPr>
          <p:nvPr>
            <p:ph type="body" idx="112" hasCustomPrompt="1"/>
          </p:nvPr>
        </p:nvSpPr>
        <p:spPr>
          <a:xfrm>
            <a:off x="8988552" y="1764792"/>
            <a:ext cx="2743200" cy="388620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Riyadh (political/economic center), Dammam (energy transformation), Jeddah (port innovation) drive regional development.</a:t>
            </a:r>
            <a:endParaRPr lang="en-US" sz="1200" dirty="0"/>
          </a:p>
        </p:txBody>
      </p:sp>
      <p:sp>
        <p:nvSpPr>
          <p:cNvPr id="13" name="Text 1"/>
          <p:cNvSpPr>
            <a:spLocks noGrp="1"/>
          </p:cNvSpPr>
          <p:nvPr>
            <p:ph type="body" idx="113" hasCustomPrompt="1"/>
          </p:nvPr>
        </p:nvSpPr>
        <p:spPr>
          <a:xfrm>
            <a:off x="6016752" y="0"/>
            <a:ext cx="5715000" cy="320040"/>
          </a:xfrm>
          <a:prstGeom prst="rect">
            <a:avLst/>
          </a:prstGeom>
          <a:noFill/>
          <a:ln/>
        </p:spPr>
        <p:txBody>
          <a:bodyPr wrap="square" rtlCol="0" anchor="ctr"/>
          <a:lstStyle/>
          <a:p>
            <a:pPr marL="0" indent="0" algn="r">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14" name="Text 1"/>
          <p:cNvSpPr>
            <a:spLocks noGrp="1"/>
          </p:cNvSpPr>
          <p:nvPr>
            <p:ph type="body" idx="114" hasCustomPrompt="1"/>
          </p:nvPr>
        </p:nvSpPr>
        <p:spPr>
          <a:xfrm>
            <a:off x="475488" y="5733288"/>
            <a:ext cx="11247120" cy="530352"/>
          </a:xfrm>
          <a:prstGeom prst="rect">
            <a:avLst/>
          </a:prstGeom>
          <a:noFill/>
          <a:ln/>
        </p:spPr>
        <p:txBody>
          <a:bodyPr wrap="square" rtlCol="0" anchor="b"/>
          <a:lstStyle/>
          <a:p>
            <a:pPr marL="0" indent="0" algn="l">
              <a:buNone/>
            </a:pPr>
            <a:r>
              <a:rPr lang="en-US" sz="700" dirty="0">
                <a:solidFill>
                  <a:srgbClr val="000000"/>
                </a:solidFill>
                <a:latin typeface="Arial" pitchFamily="34" charset="0"/>
                <a:ea typeface="Arial" pitchFamily="34" charset="-122"/>
                <a:cs typeface="Arial" pitchFamily="34" charset="-120"/>
              </a:rPr>
              <a:t>Source: S&amp;P Global | Web sources: https://www.spglobal.com/en/research-insights/special-reports/look-forward/data-center-frontiers/saudi-arabia-data-center-market</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idx="102" hasCustomPrompt="1"/>
          </p:nvPr>
        </p:nvSpPr>
        <p:spPr>
          <a:xfrm>
            <a:off x="11411712" y="6565392"/>
            <a:ext cx="310896" cy="219456"/>
          </a:xfrm>
          <a:prstGeom prst="rect">
            <a:avLst/>
          </a:prstGeom>
          <a:noFill/>
          <a:ln/>
        </p:spPr>
        <p:txBody>
          <a:bodyPr wrap="square" rtlCol="0" anchor="ctr"/>
          <a:lstStyle/>
          <a:p>
            <a:pPr marL="0" indent="0" algn="r">
              <a:buNone/>
            </a:pPr>
            <a:r>
              <a:rPr lang="en-US" sz="700" dirty="0">
                <a:solidFill>
                  <a:srgbClr val="000000"/>
                </a:solidFill>
                <a:latin typeface="Arial" pitchFamily="34" charset="0"/>
                <a:ea typeface="Arial" pitchFamily="34" charset="-122"/>
                <a:cs typeface="Arial" pitchFamily="34" charset="-120"/>
              </a:rPr>
              <a:t>5</a:t>
            </a:r>
            <a:endParaRPr lang="en-US" sz="700" dirty="0"/>
          </a:p>
        </p:txBody>
      </p:sp>
      <p:sp>
        <p:nvSpPr>
          <p:cNvPr id="3" name="Text 1"/>
          <p:cNvSpPr>
            <a:spLocks noGrp="1"/>
          </p:cNvSpPr>
          <p:nvPr>
            <p:ph type="title" idx="103" hasCustomPrompt="1"/>
          </p:nvPr>
        </p:nvSpPr>
        <p:spPr>
          <a:xfrm>
            <a:off x="475488" y="292608"/>
            <a:ext cx="11247120" cy="457200"/>
          </a:xfrm>
          <a:prstGeom prst="rect">
            <a:avLst/>
          </a:prstGeom>
          <a:noFill/>
          <a:ln/>
        </p:spPr>
        <p:txBody>
          <a:bodyPr wrap="square" rtlCol="0" anchor="t"/>
          <a:lstStyle/>
          <a:p>
            <a:pPr marL="0" indent="0" algn="l">
              <a:buNone/>
            </a:pPr>
            <a:r>
              <a:rPr lang="en-US" sz="2400" dirty="0">
                <a:solidFill>
                  <a:srgbClr val="000000"/>
                </a:solidFill>
                <a:latin typeface="Arial" pitchFamily="34" charset="0"/>
                <a:ea typeface="Arial" pitchFamily="34" charset="-122"/>
                <a:cs typeface="Arial" pitchFamily="34" charset="-120"/>
              </a:rPr>
              <a:t>Challenges and Future Outlook</a:t>
            </a:r>
            <a:endParaRPr lang="en-US" sz="2400" dirty="0"/>
          </a:p>
        </p:txBody>
      </p:sp>
      <p:sp>
        <p:nvSpPr>
          <p:cNvPr id="4" name="Text 1"/>
          <p:cNvSpPr>
            <a:spLocks noGrp="1"/>
          </p:cNvSpPr>
          <p:nvPr>
            <p:ph type="body" idx="104" hasCustomPrompt="1"/>
          </p:nvPr>
        </p:nvSpPr>
        <p:spPr>
          <a:xfrm>
            <a:off x="475488" y="896112"/>
            <a:ext cx="11247120" cy="283464"/>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Addressing constraints while leveraging competitive advantages</a:t>
            </a:r>
            <a:endParaRPr lang="en-US" sz="1800" dirty="0"/>
          </a:p>
        </p:txBody>
      </p:sp>
      <p:sp>
        <p:nvSpPr>
          <p:cNvPr id="5" name="Text 1"/>
          <p:cNvSpPr>
            <a:spLocks noGrp="1"/>
          </p:cNvSpPr>
          <p:nvPr>
            <p:ph type="body" idx="109" hasCustomPrompt="1"/>
          </p:nvPr>
        </p:nvSpPr>
        <p:spPr>
          <a:xfrm>
            <a:off x="6016752" y="0"/>
            <a:ext cx="5715000" cy="320040"/>
          </a:xfrm>
          <a:prstGeom prst="rect">
            <a:avLst/>
          </a:prstGeom>
          <a:noFill/>
          <a:ln/>
        </p:spPr>
        <p:txBody>
          <a:bodyPr wrap="square" rtlCol="0" anchor="ctr"/>
          <a:lstStyle/>
          <a:p>
            <a:pPr marL="0" indent="0" algn="r">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6" name="Text 1"/>
          <p:cNvSpPr>
            <a:spLocks noGrp="1"/>
          </p:cNvSpPr>
          <p:nvPr>
            <p:ph type="body" idx="105" hasCustomPrompt="1"/>
          </p:nvPr>
        </p:nvSpPr>
        <p:spPr>
          <a:xfrm>
            <a:off x="475488" y="1271016"/>
            <a:ext cx="5212080" cy="283464"/>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Key Implementation Challenges</a:t>
            </a:r>
            <a:endParaRPr lang="en-US" sz="1800" dirty="0"/>
          </a:p>
        </p:txBody>
      </p:sp>
      <p:sp>
        <p:nvSpPr>
          <p:cNvPr id="7" name="Text 1"/>
          <p:cNvSpPr>
            <a:spLocks noGrp="1"/>
          </p:cNvSpPr>
          <p:nvPr>
            <p:ph type="body" idx="106" hasCustomPrompt="1"/>
          </p:nvPr>
        </p:nvSpPr>
        <p:spPr>
          <a:xfrm>
            <a:off x="475488" y="1609344"/>
            <a:ext cx="5212080" cy="402336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Despite strong market fundamentals, sustainable growth requires addressing critical infrastructure constraints. Water scarcity presents the most significant challenge, with data centers requiring 15 billion liters in 2024 and cooling demands intensified by the hot climate. Supply chain constraints and construction expertise gaps further complicate rapid scaling, while Public Investment Fund approval requirements add regulatory complexity for large projects. These challenges demand innovative solutions including advanced cooling technologies, local workforce development, and streamlined approval processes to maintain growth momentum.</a:t>
            </a:r>
            <a:endParaRPr lang="en-US" sz="1200" dirty="0"/>
          </a:p>
        </p:txBody>
      </p:sp>
      <p:sp>
        <p:nvSpPr>
          <p:cNvPr id="8" name="Text 1"/>
          <p:cNvSpPr>
            <a:spLocks noGrp="1"/>
          </p:cNvSpPr>
          <p:nvPr>
            <p:ph type="body" idx="107" hasCustomPrompt="1"/>
          </p:nvPr>
        </p:nvSpPr>
        <p:spPr>
          <a:xfrm>
            <a:off x="6510528" y="1271016"/>
            <a:ext cx="5212080" cy="283464"/>
          </a:xfrm>
          <a:prstGeom prst="rect">
            <a:avLst/>
          </a:prstGeom>
          <a:noFill/>
          <a:ln/>
        </p:spPr>
        <p:txBody>
          <a:bodyPr wrap="square" rtlCol="0" anchor="ctr"/>
          <a:lstStyle/>
          <a:p>
            <a:pPr marL="0" indent="0" algn="l">
              <a:buNone/>
            </a:pPr>
            <a:r>
              <a:rPr lang="en-US" sz="1800" dirty="0">
                <a:solidFill>
                  <a:srgbClr val="000000"/>
                </a:solidFill>
                <a:latin typeface="Arial" pitchFamily="34" charset="0"/>
                <a:ea typeface="Arial" pitchFamily="34" charset="-122"/>
                <a:cs typeface="Arial" pitchFamily="34" charset="-120"/>
              </a:rPr>
              <a:t>Strategic Competitive Advantages</a:t>
            </a:r>
            <a:endParaRPr lang="en-US" sz="1800" dirty="0"/>
          </a:p>
        </p:txBody>
      </p:sp>
      <p:sp>
        <p:nvSpPr>
          <p:cNvPr id="9" name="Text 1"/>
          <p:cNvSpPr>
            <a:spLocks noGrp="1"/>
          </p:cNvSpPr>
          <p:nvPr>
            <p:ph type="body" idx="108" hasCustomPrompt="1"/>
          </p:nvPr>
        </p:nvSpPr>
        <p:spPr>
          <a:xfrm>
            <a:off x="6510528" y="1609344"/>
            <a:ext cx="5212080" cy="4023360"/>
          </a:xfrm>
          <a:prstGeom prst="rect">
            <a:avLst/>
          </a:prstGeom>
          <a:noFill/>
          <a:ln/>
        </p:spPr>
        <p:txBody>
          <a:bodyPr wrap="square" rtlCol="0" anchor="t"/>
          <a:lstStyle/>
          <a:p>
            <a:pPr marL="0" indent="0" algn="l">
              <a:spcAft>
                <a:spcPts val="600"/>
              </a:spcAft>
              <a:buNone/>
            </a:pPr>
            <a:r>
              <a:rPr lang="en-US" sz="1200" dirty="0">
                <a:solidFill>
                  <a:srgbClr val="000000"/>
                </a:solidFill>
                <a:latin typeface="Arial" pitchFamily="34" charset="0"/>
                <a:ea typeface="Arial" pitchFamily="34" charset="-122"/>
                <a:cs typeface="Arial" pitchFamily="34" charset="-120"/>
              </a:rPr>
              <a:t>The kingdom's competitive positioning remains exceptionally strong with abundant energy resources exceeding 400 TWh capacity, providing cost-effective power for energy-intensive data center operations. Strategic geographic location offers optimal connectivity between Europe, Asia, and Africa, while government incentives and reduced regulatory barriers create an attractive investment environment. Vision 2030's continued policy support, combined with major international partnerships and the transformational Humain project, positions Saudi Arabia to drive regional digital transformation with robust growth projected to continue through 2030 and beyond.</a:t>
            </a:r>
            <a:endParaRPr lang="en-US" sz="1200" dirty="0"/>
          </a:p>
        </p:txBody>
      </p:sp>
      <p:sp>
        <p:nvSpPr>
          <p:cNvPr id="10" name="Text 1"/>
          <p:cNvSpPr>
            <a:spLocks noGrp="1"/>
          </p:cNvSpPr>
          <p:nvPr>
            <p:ph type="body" idx="110" hasCustomPrompt="1"/>
          </p:nvPr>
        </p:nvSpPr>
        <p:spPr>
          <a:xfrm>
            <a:off x="475488" y="5733288"/>
            <a:ext cx="11247120" cy="530352"/>
          </a:xfrm>
          <a:prstGeom prst="rect">
            <a:avLst/>
          </a:prstGeom>
          <a:noFill/>
          <a:ln/>
        </p:spPr>
        <p:txBody>
          <a:bodyPr wrap="square" rtlCol="0" anchor="b"/>
          <a:lstStyle/>
          <a:p>
            <a:pPr marL="0" indent="0" algn="l">
              <a:buNone/>
            </a:pPr>
            <a:r>
              <a:rPr lang="en-US" sz="700" dirty="0">
                <a:solidFill>
                  <a:srgbClr val="000000"/>
                </a:solidFill>
                <a:latin typeface="Arial" pitchFamily="34" charset="0"/>
                <a:ea typeface="Arial" pitchFamily="34" charset="-122"/>
                <a:cs typeface="Arial" pitchFamily="34" charset="-120"/>
              </a:rPr>
              <a:t>Source: S&amp;P Global | Web sources: https://www.spglobal.com/en/research-insights/special-reports/look-forward/data-center-frontiers/saudi-arabia-data-center-market</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idx="103" hasCustomPrompt="1"/>
          </p:nvPr>
        </p:nvSpPr>
        <p:spPr>
          <a:xfrm>
            <a:off x="11411712" y="6565392"/>
            <a:ext cx="310896" cy="219456"/>
          </a:xfrm>
          <a:prstGeom prst="rect">
            <a:avLst/>
          </a:prstGeom>
          <a:noFill/>
          <a:ln/>
        </p:spPr>
        <p:txBody>
          <a:bodyPr wrap="square" rtlCol="0" anchor="ctr"/>
          <a:lstStyle/>
          <a:p>
            <a:pPr marL="0" indent="0" algn="r">
              <a:buNone/>
            </a:pPr>
            <a:r>
              <a:rPr lang="en-US" sz="700" dirty="0">
                <a:solidFill>
                  <a:srgbClr val="FFFFFF"/>
                </a:solidFill>
                <a:latin typeface="Arial" pitchFamily="34" charset="0"/>
                <a:ea typeface="Arial" pitchFamily="34" charset="-122"/>
                <a:cs typeface="Arial" pitchFamily="34" charset="-120"/>
              </a:rPr>
              <a:t>7</a:t>
            </a:r>
            <a:endParaRPr lang="en-US" sz="700" dirty="0"/>
          </a:p>
        </p:txBody>
      </p:sp>
      <p:sp>
        <p:nvSpPr>
          <p:cNvPr id="3" name="Text 1"/>
          <p:cNvSpPr/>
          <p:nvPr/>
        </p:nvSpPr>
        <p:spPr>
          <a:xfrm>
            <a:off x="566928" y="347472"/>
            <a:ext cx="5029200" cy="457200"/>
          </a:xfrm>
          <a:prstGeom prst="rect">
            <a:avLst/>
          </a:prstGeom>
          <a:noFill/>
          <a:ln/>
        </p:spPr>
        <p:txBody>
          <a:bodyPr wrap="square" lIns="0" tIns="0" rIns="0" bIns="0" rtlCol="0" anchor="ctr"/>
          <a:lstStyle/>
          <a:p>
            <a:pPr marL="0" indent="0" algn="l">
              <a:buNone/>
            </a:pPr>
            <a:r>
              <a:rPr lang="en-US" sz="3600" dirty="0">
                <a:solidFill>
                  <a:srgbClr val="FFFFFF"/>
                </a:solidFill>
                <a:latin typeface="Arial" pitchFamily="34" charset="0"/>
                <a:ea typeface="Arial" pitchFamily="34" charset="-122"/>
                <a:cs typeface="Arial" pitchFamily="34" charset="-120"/>
              </a:rPr>
              <a:t>Contact us</a:t>
            </a:r>
            <a:endParaRPr lang="en-US" sz="3600" dirty="0"/>
          </a:p>
        </p:txBody>
      </p:sp>
      <p:sp>
        <p:nvSpPr>
          <p:cNvPr id="4" name="Text 2"/>
          <p:cNvSpPr/>
          <p:nvPr/>
        </p:nvSpPr>
        <p:spPr>
          <a:xfrm>
            <a:off x="566928" y="1197864"/>
            <a:ext cx="5029200" cy="365760"/>
          </a:xfrm>
          <a:prstGeom prst="rect">
            <a:avLst/>
          </a:prstGeom>
          <a:noFill/>
          <a:ln/>
        </p:spPr>
        <p:txBody>
          <a:bodyPr wrap="square" lIns="0" tIns="0" rIns="0" bIns="0" rtlCol="0" anchor="ctr"/>
          <a:lstStyle/>
          <a:p>
            <a:pPr marL="0" indent="0" algn="l">
              <a:buNone/>
            </a:pPr>
            <a:r>
              <a:rPr lang="en-US" sz="2000" dirty="0">
                <a:solidFill>
                  <a:srgbClr val="FFFFFF"/>
                </a:solidFill>
                <a:latin typeface="Arial" pitchFamily="34" charset="0"/>
                <a:ea typeface="Arial" pitchFamily="34" charset="-122"/>
                <a:cs typeface="Arial" pitchFamily="34" charset="-120"/>
              </a:rPr>
              <a:t>Primary contact(s)</a:t>
            </a:r>
            <a:endParaRPr lang="en-US" sz="2000" dirty="0"/>
          </a:p>
        </p:txBody>
      </p:sp>
      <p:sp>
        <p:nvSpPr>
          <p:cNvPr id="5" name="Text 3"/>
          <p:cNvSpPr/>
          <p:nvPr/>
        </p:nvSpPr>
        <p:spPr>
          <a:xfrm>
            <a:off x="566928" y="3300984"/>
            <a:ext cx="5779008" cy="2999232"/>
          </a:xfrm>
          <a:prstGeom prst="rect">
            <a:avLst/>
          </a:prstGeom>
          <a:noFill/>
          <a:ln/>
        </p:spPr>
        <p:txBody>
          <a:bodyPr wrap="square" lIns="0" tIns="0" rIns="0" bIns="0" rtlCol="0" anchor="t"/>
          <a:lstStyle/>
          <a:p>
            <a:pPr marL="0" indent="0" algn="l">
              <a:spcAft>
                <a:spcPts val="1200"/>
              </a:spcAft>
              <a:buNone/>
            </a:pPr>
            <a:r>
              <a:rPr lang="en-US" sz="2000" dirty="0">
                <a:solidFill>
                  <a:srgbClr val="FFFFFF"/>
                </a:solidFill>
                <a:latin typeface="Arial" pitchFamily="34" charset="0"/>
                <a:ea typeface="Arial" pitchFamily="34" charset="-122"/>
                <a:cs typeface="Arial" pitchFamily="34" charset="-120"/>
              </a:rPr>
              <a:t>Contact us</a:t>
            </a:r>
            <a:endParaRPr lang="en-US" sz="2000" dirty="0"/>
          </a:p>
          <a:p>
            <a:pPr marL="0" indent="0" algn="l">
              <a:spcAft>
                <a:spcPts val="600"/>
              </a:spcAft>
              <a:buNone/>
            </a:pPr>
            <a:r>
              <a:rPr lang="en-US" sz="1600" dirty="0">
                <a:solidFill>
                  <a:srgbClr val="FFFFFF"/>
                </a:solidFill>
                <a:latin typeface="Arial" pitchFamily="34" charset="0"/>
                <a:ea typeface="Arial" pitchFamily="34" charset="-122"/>
                <a:cs typeface="Arial" pitchFamily="34" charset="-120"/>
              </a:rPr>
              <a:t>Americas 			 +1 800 447 2273</a:t>
            </a:r>
            <a:endParaRPr lang="en-US" sz="2000" dirty="0"/>
          </a:p>
          <a:p>
            <a:pPr marL="0" indent="0" algn="l">
              <a:spcAft>
                <a:spcPts val="600"/>
              </a:spcAft>
              <a:buNone/>
            </a:pPr>
            <a:r>
              <a:rPr lang="en-US" sz="1600" dirty="0">
                <a:solidFill>
                  <a:srgbClr val="FFFFFF"/>
                </a:solidFill>
                <a:latin typeface="Arial" pitchFamily="34" charset="0"/>
                <a:ea typeface="Arial" pitchFamily="34" charset="-122"/>
                <a:cs typeface="Arial" pitchFamily="34" charset="-120"/>
              </a:rPr>
              <a:t>Japan 			 +81 3 6262 1887</a:t>
            </a:r>
            <a:endParaRPr lang="en-US" sz="2000" dirty="0"/>
          </a:p>
          <a:p>
            <a:pPr marL="0" indent="0" algn="l">
              <a:spcAft>
                <a:spcPts val="600"/>
              </a:spcAft>
              <a:buNone/>
            </a:pPr>
            <a:r>
              <a:rPr lang="en-US" sz="1600" dirty="0">
                <a:solidFill>
                  <a:srgbClr val="FFFFFF"/>
                </a:solidFill>
                <a:latin typeface="Arial" pitchFamily="34" charset="0"/>
                <a:ea typeface="Arial" pitchFamily="34" charset="-122"/>
                <a:cs typeface="Arial" pitchFamily="34" charset="-120"/>
              </a:rPr>
              <a:t>Asia-Pacific 		 +60 4 291 3600</a:t>
            </a:r>
            <a:endParaRPr lang="en-US" sz="2000" dirty="0"/>
          </a:p>
          <a:p>
            <a:pPr marL="0" indent="0" algn="l">
              <a:spcAft>
                <a:spcPts val="600"/>
              </a:spcAft>
              <a:buNone/>
            </a:pPr>
            <a:r>
              <a:rPr lang="en-US" sz="1600" dirty="0">
                <a:solidFill>
                  <a:srgbClr val="FFFFFF"/>
                </a:solidFill>
                <a:latin typeface="Arial" pitchFamily="34" charset="0"/>
                <a:ea typeface="Arial" pitchFamily="34" charset="-122"/>
                <a:cs typeface="Arial" pitchFamily="34" charset="-120"/>
              </a:rPr>
              <a:t>Europe, Middle East, Africa 	 +44 (0) 134 432 8300</a:t>
            </a:r>
            <a:endParaRPr lang="en-US" sz="2000" dirty="0"/>
          </a:p>
          <a:p>
            <a:pPr marL="0" indent="0" algn="l">
              <a:spcAft>
                <a:spcPts val="600"/>
              </a:spcAft>
              <a:buNone/>
            </a:pPr>
            <a:r>
              <a:rPr lang="en-US" sz="2000" dirty="0">
                <a:solidFill>
                  <a:srgbClr val="FFFFFF"/>
                </a:solidFill>
                <a:latin typeface="Arial" pitchFamily="34" charset="0"/>
                <a:ea typeface="Arial" pitchFamily="34" charset="-122"/>
                <a:cs typeface="Arial" pitchFamily="34" charset="-120"/>
              </a:rPr>
              <a:t> </a:t>
            </a:r>
            <a:endParaRPr lang="en-US" sz="2000" dirty="0"/>
          </a:p>
          <a:p>
            <a:pPr marL="0" indent="0" algn="l">
              <a:buNone/>
            </a:pPr>
            <a:r>
              <a:rPr lang="en-US" sz="1600" dirty="0">
                <a:solidFill>
                  <a:srgbClr val="0F82AF"/>
                </a:solidFill>
                <a:latin typeface="Arial" pitchFamily="34" charset="0"/>
                <a:ea typeface="Arial" pitchFamily="34" charset="-122"/>
                <a:cs typeface="Arial" pitchFamily="34" charset="-120"/>
              </a:rPr>
              <a:t>www.spglobal.com/en/enterprise/about/contact-us.html</a:t>
            </a:r>
            <a:endParaRPr lang="en-US" sz="2000" dirty="0"/>
          </a:p>
          <a:p>
            <a:pPr marL="0" indent="0" algn="l">
              <a:buNone/>
            </a:pPr>
            <a:r>
              <a:rPr lang="en-US" sz="1600" dirty="0">
                <a:solidFill>
                  <a:srgbClr val="0F82AF"/>
                </a:solidFill>
                <a:latin typeface="Arial" pitchFamily="34" charset="0"/>
                <a:ea typeface="Arial" pitchFamily="34" charset="-122"/>
                <a:cs typeface="Arial" pitchFamily="34" charset="-120"/>
              </a:rPr>
              <a:t>www.spglobal.com</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 y="1591056"/>
          <a:ext cx="5779008" cy="914400"/>
        </p:xfrm>
        <a:graphic>
          <a:graphicData uri="http://schemas.openxmlformats.org/drawingml/2006/table">
            <a:tbl>
              <a:tblPr/>
              <a:tblGrid>
                <a:gridCol w="2889504">
                  <a:extLst>
                    <a:ext uri="{9D8B030D-6E8A-4147-A177-3AD203B41FA5}">
                      <a16:colId xmlns:a16="http://schemas.microsoft.com/office/drawing/2014/main" val="20000"/>
                    </a:ext>
                  </a:extLst>
                </a:gridCol>
                <a:gridCol w="2889504">
                  <a:extLst>
                    <a:ext uri="{9D8B030D-6E8A-4147-A177-3AD203B41FA5}">
                      <a16:colId xmlns:a16="http://schemas.microsoft.com/office/drawing/2014/main" val="20001"/>
                    </a:ext>
                  </a:extLst>
                </a:gridCol>
              </a:tblGrid>
              <a:tr h="0">
                <a:tc>
                  <a:txBody>
                    <a:bodyPr/>
                    <a:lstStyle/>
                    <a:p>
                      <a:pPr marL="0" indent="0">
                        <a:buNone/>
                      </a:pPr>
                      <a:r>
                        <a:rPr lang="en-US" sz="1800" dirty="0">
                          <a:solidFill>
                            <a:srgbClr val="FFFFFF"/>
                          </a:solidFill>
                          <a:latin typeface="Arial" pitchFamily="34" charset="0"/>
                          <a:ea typeface="Arial" pitchFamily="34" charset="-122"/>
                          <a:cs typeface="Arial" pitchFamily="34" charset="-120"/>
                        </a:rPr>
                        <a:t>Mizan Bin abdul rahman</a:t>
                      </a:r>
                      <a:endParaRPr lang="en-US" sz="18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tc>
                  <a:txBody>
                    <a:bodyPr/>
                    <a:lstStyle/>
                    <a:p>
                      <a:pPr marL="0" indent="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FFFFFF"/>
                          </a:solidFill>
                          <a:latin typeface="Arial" pitchFamily="34" charset="0"/>
                          <a:ea typeface="Arial" pitchFamily="34" charset="-122"/>
                          <a:cs typeface="Arial" pitchFamily="34" charset="-120"/>
                        </a:rPr>
                        <a:t>mizan.binabdulrahman@spglobal.com</a:t>
                      </a:r>
                      <a:endParaRPr lang="en-US" sz="14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tc>
                  <a:txBody>
                    <a:bodyPr/>
                    <a:lstStyle/>
                    <a:p>
                      <a:pPr marL="0" indent="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extLst>
                  <a:ext uri="{0D108BD9-81ED-4DB2-BD59-A6C34878D82A}">
                    <a16:rowId xmlns:a16="http://schemas.microsoft.com/office/drawing/2014/main" val="10001"/>
                  </a:ext>
                </a:extLst>
              </a:tr>
              <a:tr h="0">
                <a:tc>
                  <a:txBody>
                    <a:bodyPr/>
                    <a:lstStyle/>
                    <a:p>
                      <a:pPr marL="0" indent="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tc>
                  <a:txBody>
                    <a:bodyPr/>
                    <a:lstStyle/>
                    <a:p>
                      <a:pPr marL="0" indent="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tc>
                  <a:txBody>
                    <a:bodyPr/>
                    <a:lstStyle/>
                    <a:p>
                      <a:pPr marL="0" indent="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18288" marR="36576">
                    <a:lnL w="0" cap="flat" cmpd="sng" algn="ctr">
                      <a:noFill/>
                    </a:lnL>
                    <a:lnR w="0" cap="flat" cmpd="sng" algn="ctr">
                      <a:noFill/>
                    </a:lnR>
                    <a:lnT w="0" cap="flat" cmpd="sng" algn="ctr">
                      <a:noFill/>
                    </a:lnT>
                    <a:lnB w="0" cap="flat" cmpd="sng" algn="ctr">
                      <a:noFill/>
                    </a:lnB>
                    <a:solidFill>
                      <a:srgbClr val="000000"/>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idx="102" hasCustomPrompt="1"/>
          </p:nvPr>
        </p:nvSpPr>
        <p:spPr>
          <a:xfrm>
            <a:off x="11411712" y="6565392"/>
            <a:ext cx="310896" cy="219456"/>
          </a:xfrm>
          <a:prstGeom prst="rect">
            <a:avLst/>
          </a:prstGeom>
          <a:noFill/>
          <a:ln/>
        </p:spPr>
        <p:txBody>
          <a:bodyPr wrap="square" rtlCol="0"/>
          <a:lstStyle/>
          <a:p>
            <a:pPr marL="0" indent="0" algn="r">
              <a:buNone/>
            </a:pPr>
            <a:r>
              <a:rPr lang="en-US" sz="700" dirty="0">
                <a:solidFill>
                  <a:srgbClr val="000000"/>
                </a:solidFill>
                <a:latin typeface="Arial" pitchFamily="34" charset="0"/>
                <a:ea typeface="Arial" pitchFamily="34" charset="-122"/>
                <a:cs typeface="Arial" pitchFamily="34" charset="-120"/>
              </a:rPr>
              <a:t>6</a:t>
            </a:r>
            <a:endParaRPr lang="en-US" sz="700" dirty="0"/>
          </a:p>
        </p:txBody>
      </p:sp>
      <p:sp>
        <p:nvSpPr>
          <p:cNvPr id="3" name="Text 1"/>
          <p:cNvSpPr/>
          <p:nvPr/>
        </p:nvSpPr>
        <p:spPr>
          <a:xfrm>
            <a:off x="566928" y="347472"/>
            <a:ext cx="11064240" cy="457200"/>
          </a:xfrm>
          <a:prstGeom prst="rect">
            <a:avLst/>
          </a:prstGeom>
          <a:noFill/>
          <a:ln/>
        </p:spPr>
        <p:txBody>
          <a:bodyPr wrap="square" lIns="0" tIns="0" rIns="0" bIns="0" rtlCol="0" anchor="ctr"/>
          <a:lstStyle/>
          <a:p>
            <a:pPr marL="0" indent="0" algn="l">
              <a:buNone/>
            </a:pPr>
            <a:r>
              <a:rPr lang="en-US" sz="2400" dirty="0">
                <a:solidFill>
                  <a:srgbClr val="000000"/>
                </a:solidFill>
                <a:latin typeface="Arial" pitchFamily="34" charset="0"/>
                <a:ea typeface="Arial" pitchFamily="34" charset="-122"/>
                <a:cs typeface="Arial" pitchFamily="34" charset="-120"/>
              </a:rPr>
              <a:t>Best practices for creating PPTs using the PPT Generator Spark</a:t>
            </a:r>
            <a:endParaRPr lang="en-US" sz="2400" dirty="0"/>
          </a:p>
        </p:txBody>
      </p:sp>
      <p:sp>
        <p:nvSpPr>
          <p:cNvPr id="4" name="Text 2"/>
          <p:cNvSpPr/>
          <p:nvPr/>
        </p:nvSpPr>
        <p:spPr>
          <a:xfrm>
            <a:off x="566928" y="1261872"/>
            <a:ext cx="11064240" cy="4434840"/>
          </a:xfrm>
          <a:prstGeom prst="rect">
            <a:avLst/>
          </a:prstGeom>
          <a:noFill/>
          <a:ln/>
        </p:spPr>
        <p:txBody>
          <a:bodyPr wrap="square" lIns="0" tIns="0" rIns="0" bIns="0" rtlCol="0" anchor="t"/>
          <a:lstStyle/>
          <a:p>
            <a:pPr marL="177800" indent="-177800" algn="l">
              <a:spcAft>
                <a:spcPts val="600"/>
              </a:spcAft>
              <a:buSzPct val="100000"/>
              <a:buFont typeface="+mj-lt"/>
              <a:buAutoNum type="arabicPeriod"/>
            </a:pPr>
            <a:r>
              <a:rPr lang="en-US" sz="1400" b="1" dirty="0">
                <a:solidFill>
                  <a:srgbClr val="000000"/>
                </a:solidFill>
                <a:latin typeface="Arial" pitchFamily="34" charset="0"/>
                <a:ea typeface="Arial" pitchFamily="34" charset="-122"/>
                <a:cs typeface="Arial" pitchFamily="34" charset="-120"/>
              </a:rPr>
              <a:t>Use S&amp;P Global grounded data only</a:t>
            </a:r>
            <a:br/>
            <a:r>
              <a:rPr lang="en-US" sz="1400" dirty="0">
                <a:solidFill>
                  <a:srgbClr val="000000"/>
                </a:solidFill>
                <a:latin typeface="Arial" pitchFamily="34" charset="0"/>
                <a:ea typeface="Arial" pitchFamily="34" charset="-122"/>
                <a:cs typeface="Arial" pitchFamily="34" charset="-120"/>
              </a:rPr>
              <a:t>Always ensure the data and info you feed into or pull from AI are from verified, S&amp;P Global sources. No random internet stats — keep it legit and reliable.
</a:t>
            </a:r>
            <a:r>
              <a:rPr lang="en-US" sz="1400" b="1" dirty="0">
                <a:solidFill>
                  <a:srgbClr val="000000"/>
                </a:solidFill>
                <a:latin typeface="Arial" pitchFamily="34" charset="0"/>
                <a:ea typeface="Arial" pitchFamily="34" charset="-122"/>
                <a:cs typeface="Arial" pitchFamily="34" charset="-120"/>
              </a:rPr>
              <a:t>Review every slide thoroughly</a:t>
            </a:r>
            <a:br/>
            <a:r>
              <a:rPr lang="en-US" sz="1400" dirty="0">
                <a:solidFill>
                  <a:srgbClr val="000000"/>
                </a:solidFill>
                <a:latin typeface="Arial" pitchFamily="34" charset="0"/>
                <a:ea typeface="Arial" pitchFamily="34" charset="-122"/>
                <a:cs typeface="Arial" pitchFamily="34" charset="-120"/>
              </a:rPr>
              <a:t>AI can be cool, but it’s not perfect. Check all facts, figures and statements carefully. Make sure everything is accurate, up-to-date and aligns with our brand voice.
</a:t>
            </a:r>
            <a:r>
              <a:rPr lang="en-US" sz="1400" b="1" dirty="0">
                <a:solidFill>
                  <a:srgbClr val="000000"/>
                </a:solidFill>
                <a:latin typeface="Arial" pitchFamily="34" charset="0"/>
                <a:ea typeface="Arial" pitchFamily="34" charset="-122"/>
                <a:cs typeface="Arial" pitchFamily="34" charset="-120"/>
              </a:rPr>
              <a:t>Cut the fluff</a:t>
            </a:r>
            <a:br/>
            <a:r>
              <a:rPr lang="en-US" sz="1400" dirty="0">
                <a:solidFill>
                  <a:srgbClr val="000000"/>
                </a:solidFill>
                <a:latin typeface="Arial" pitchFamily="34" charset="0"/>
                <a:ea typeface="Arial" pitchFamily="34" charset="-122"/>
                <a:cs typeface="Arial" pitchFamily="34" charset="-120"/>
              </a:rPr>
              <a:t>Remove extra or unnecessary words, jargon or filler. Keep your slides crisp, clear and easy to understand — less is more!
</a:t>
            </a:r>
            <a:r>
              <a:rPr lang="en-US" sz="1400" b="1" dirty="0">
                <a:solidFill>
                  <a:srgbClr val="000000"/>
                </a:solidFill>
                <a:latin typeface="Arial" pitchFamily="34" charset="0"/>
                <a:ea typeface="Arial" pitchFamily="34" charset="-122"/>
                <a:cs typeface="Arial" pitchFamily="34" charset="-120"/>
              </a:rPr>
              <a:t>Reusing slides</a:t>
            </a:r>
            <a:br/>
            <a:r>
              <a:rPr lang="en-US" sz="1400" dirty="0">
                <a:solidFill>
                  <a:srgbClr val="000000"/>
                </a:solidFill>
                <a:latin typeface="Arial" pitchFamily="34" charset="0"/>
                <a:ea typeface="Arial" pitchFamily="34" charset="-122"/>
                <a:cs typeface="Arial" pitchFamily="34" charset="-120"/>
              </a:rPr>
              <a:t>If you need to reuse these slides, paste them into your deck using the “Keep source formatting” option.
</a:t>
            </a:r>
            <a:r>
              <a:rPr lang="en-US" sz="1400" b="1" dirty="0">
                <a:solidFill>
                  <a:srgbClr val="000000"/>
                </a:solidFill>
                <a:latin typeface="Arial" pitchFamily="34" charset="0"/>
                <a:ea typeface="Arial" pitchFamily="34" charset="-122"/>
                <a:cs typeface="Arial" pitchFamily="34" charset="-120"/>
              </a:rPr>
              <a:t>Adding more visuals</a:t>
            </a:r>
            <a:br/>
            <a:r>
              <a:rPr lang="en-US" sz="1400" dirty="0">
                <a:solidFill>
                  <a:srgbClr val="000000"/>
                </a:solidFill>
                <a:latin typeface="Arial" pitchFamily="34" charset="0"/>
                <a:ea typeface="Arial" pitchFamily="34" charset="-122"/>
                <a:cs typeface="Arial" pitchFamily="34" charset="-120"/>
              </a:rPr>
              <a:t>If you want to add Smart Art and/or PowerPoint charts to your slides, you must </a:t>
            </a:r>
            <a:r>
              <a:rPr lang="en-US" sz="1400" u="sng" dirty="0">
                <a:solidFill>
                  <a:srgbClr val="0F82AF"/>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install the S&amp;P Global theme colors</a:t>
            </a:r>
            <a:r>
              <a:rPr lang="en-US" sz="1400" dirty="0">
                <a:solidFill>
                  <a:srgbClr val="000000"/>
                </a:solidFill>
                <a:latin typeface="Arial" pitchFamily="34" charset="0"/>
                <a:ea typeface="Arial" pitchFamily="34" charset="-122"/>
                <a:cs typeface="Arial" pitchFamily="34" charset="-120"/>
              </a:rPr>
              <a:t> to ensure they are fully compliant. You can also copy and paste from </a:t>
            </a:r>
            <a:r>
              <a:rPr lang="en-US" sz="1400" u="sng" dirty="0">
                <a:solidFill>
                  <a:srgbClr val="0F82AF"/>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our branded SmartArt deck.
</a:t>
            </a:r>
            <a:r>
              <a:rPr lang="en-US" sz="1400" b="1" dirty="0">
                <a:solidFill>
                  <a:srgbClr val="000000"/>
                </a:solidFill>
                <a:latin typeface="Arial" pitchFamily="34" charset="0"/>
                <a:ea typeface="Arial" pitchFamily="34" charset="-122"/>
                <a:cs typeface="Arial" pitchFamily="34" charset="-120"/>
              </a:rPr>
              <a:t>Send to Editorial, Design &amp; Publishing (EDP) for pro review</a:t>
            </a:r>
            <a:br/>
            <a:r>
              <a:rPr lang="en-US" sz="1400" dirty="0">
                <a:solidFill>
                  <a:srgbClr val="000000"/>
                </a:solidFill>
                <a:latin typeface="Arial" pitchFamily="34" charset="0"/>
                <a:ea typeface="Arial" pitchFamily="34" charset="-122"/>
                <a:cs typeface="Arial" pitchFamily="34" charset="-120"/>
              </a:rPr>
              <a:t>Before finalizing, send your deck to the EDP team (check the Resources slide for contact info). They’ll help with copy edits, design polish and compliance checks.</a:t>
            </a:r>
            <a:endParaRPr lang="en-US" sz="1400" dirty="0"/>
          </a:p>
        </p:txBody>
      </p:sp>
      <p:sp>
        <p:nvSpPr>
          <p:cNvPr id="5" name="Text 1"/>
          <p:cNvSpPr>
            <a:spLocks noGrp="1"/>
          </p:cNvSpPr>
          <p:nvPr>
            <p:ph type="body" idx="103" hasCustomPrompt="1"/>
          </p:nvPr>
        </p:nvSpPr>
        <p:spPr>
          <a:xfrm>
            <a:off x="6016752" y="0"/>
            <a:ext cx="57150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idx="102" hasCustomPrompt="1"/>
          </p:nvPr>
        </p:nvSpPr>
        <p:spPr>
          <a:xfrm>
            <a:off x="11411712" y="6565392"/>
            <a:ext cx="310896" cy="219456"/>
          </a:xfrm>
          <a:prstGeom prst="rect">
            <a:avLst/>
          </a:prstGeom>
          <a:noFill/>
          <a:ln/>
        </p:spPr>
        <p:txBody>
          <a:bodyPr wrap="square" rtlCol="0"/>
          <a:lstStyle/>
          <a:p>
            <a:pPr marL="0" indent="0" algn="r">
              <a:buNone/>
            </a:pPr>
            <a:r>
              <a:rPr lang="en-US" sz="700" dirty="0">
                <a:solidFill>
                  <a:srgbClr val="000000"/>
                </a:solidFill>
                <a:latin typeface="Arial" pitchFamily="34" charset="0"/>
                <a:ea typeface="Arial" pitchFamily="34" charset="-122"/>
                <a:cs typeface="Arial" pitchFamily="34" charset="-120"/>
              </a:rPr>
              <a:t>8</a:t>
            </a:r>
            <a:endParaRPr lang="en-US" sz="700" dirty="0"/>
          </a:p>
        </p:txBody>
      </p:sp>
      <p:sp>
        <p:nvSpPr>
          <p:cNvPr id="3" name="Text 1"/>
          <p:cNvSpPr/>
          <p:nvPr/>
        </p:nvSpPr>
        <p:spPr>
          <a:xfrm>
            <a:off x="566928" y="347472"/>
            <a:ext cx="11064240" cy="457200"/>
          </a:xfrm>
          <a:prstGeom prst="rect">
            <a:avLst/>
          </a:prstGeom>
          <a:noFill/>
          <a:ln/>
        </p:spPr>
        <p:txBody>
          <a:bodyPr wrap="square" lIns="0" tIns="0" rIns="0" bIns="0" rtlCol="0" anchor="t"/>
          <a:lstStyle/>
          <a:p>
            <a:pPr marL="0" indent="0" algn="l">
              <a:buNone/>
            </a:pPr>
            <a:r>
              <a:rPr lang="en-US" sz="2400" dirty="0">
                <a:solidFill>
                  <a:srgbClr val="000000"/>
                </a:solidFill>
                <a:latin typeface="Arial" pitchFamily="34" charset="0"/>
                <a:ea typeface="Arial" pitchFamily="34" charset="-122"/>
                <a:cs typeface="Arial" pitchFamily="34" charset="-120"/>
              </a:rPr>
              <a:t>Resources for authors (DELETE BEFORE PUBLISHING/PRESENTING)</a:t>
            </a:r>
            <a:endParaRPr lang="en-US" sz="2400" dirty="0"/>
          </a:p>
        </p:txBody>
      </p:sp>
      <p:sp>
        <p:nvSpPr>
          <p:cNvPr id="4" name="Text 2"/>
          <p:cNvSpPr/>
          <p:nvPr/>
        </p:nvSpPr>
        <p:spPr>
          <a:xfrm>
            <a:off x="566928" y="896112"/>
            <a:ext cx="11064240" cy="283464"/>
          </a:xfrm>
          <a:prstGeom prst="rect">
            <a:avLst/>
          </a:prstGeom>
          <a:noFill/>
          <a:ln/>
        </p:spPr>
        <p:txBody>
          <a:bodyPr wrap="square" lIns="0" tIns="0" rIns="0" bIns="0" rtlCol="0" anchor="t"/>
          <a:lstStyle/>
          <a:p>
            <a:pPr marL="0" indent="0" algn="l">
              <a:buNone/>
            </a:pPr>
            <a:r>
              <a:rPr lang="en-US" sz="1800" dirty="0">
                <a:solidFill>
                  <a:srgbClr val="000000"/>
                </a:solidFill>
                <a:latin typeface="Arial" pitchFamily="34" charset="0"/>
                <a:ea typeface="Arial" pitchFamily="34" charset="-122"/>
                <a:cs typeface="Arial" pitchFamily="34" charset="-120"/>
              </a:rPr>
              <a:t>Refine your PowerPoint with these professional services Editorial, Design &amp; Publishing (EDP) offers:</a:t>
            </a:r>
            <a:endParaRPr lang="en-US" sz="1800" dirty="0"/>
          </a:p>
        </p:txBody>
      </p:sp>
      <p:sp>
        <p:nvSpPr>
          <p:cNvPr id="5" name="Text 3"/>
          <p:cNvSpPr/>
          <p:nvPr/>
        </p:nvSpPr>
        <p:spPr>
          <a:xfrm>
            <a:off x="566928" y="1261872"/>
            <a:ext cx="5029200" cy="4343400"/>
          </a:xfrm>
          <a:prstGeom prst="rect">
            <a:avLst/>
          </a:prstGeom>
          <a:noFill/>
          <a:ln/>
        </p:spPr>
        <p:txBody>
          <a:bodyPr wrap="square" lIns="0" tIns="0" rIns="0" bIns="0" rtlCol="0" anchor="t"/>
          <a:lstStyle/>
          <a:p>
            <a:pPr marL="0" indent="0" algn="l">
              <a:spcAft>
                <a:spcPts val="600"/>
              </a:spcAft>
              <a:buNone/>
            </a:pPr>
            <a:r>
              <a:rPr lang="en-US" sz="1600" b="1" dirty="0">
                <a:solidFill>
                  <a:srgbClr val="000000"/>
                </a:solidFill>
                <a:latin typeface="Arial" pitchFamily="34" charset="0"/>
                <a:ea typeface="Arial" pitchFamily="34" charset="-122"/>
                <a:cs typeface="Arial" pitchFamily="34" charset="-120"/>
              </a:rPr>
              <a:t>Add photos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Approved stock photography</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S&amp;P Global photography guidelines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Request a photo from Getty</a:t>
            </a:r>
            <a:endParaRPr lang="en-US" sz="1600" dirty="0"/>
          </a:p>
          <a:p>
            <a:pPr marL="0" indent="0" algn="l">
              <a:buNone/>
            </a:pPr>
            <a:r>
              <a:rPr lang="en-US" sz="1200" dirty="0">
                <a:solidFill>
                  <a:srgbClr val="000000"/>
                </a:solidFill>
                <a:latin typeface="Arial" pitchFamily="34" charset="0"/>
                <a:ea typeface="Arial" pitchFamily="34" charset="-122"/>
                <a:cs typeface="Arial" pitchFamily="34" charset="-120"/>
              </a:rPr>
              <a:t>Getty image downloads depend on the images meeting S&amp;P Global brand guidelines and being covered by our license agreement. Review available options </a:t>
            </a:r>
            <a:r>
              <a:rPr lang="en-US" sz="1200" u="sng" dirty="0">
                <a:solidFill>
                  <a:srgbClr val="0F82AF"/>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here</a:t>
            </a:r>
            <a:r>
              <a:rPr lang="en-US" sz="1200" dirty="0">
                <a:solidFill>
                  <a:srgbClr val="000000"/>
                </a:solidFill>
                <a:latin typeface="Arial" pitchFamily="34" charset="0"/>
                <a:ea typeface="Arial" pitchFamily="34" charset="-122"/>
                <a:cs typeface="Arial" pitchFamily="34" charset="-120"/>
              </a:rPr>
              <a:t>.</a:t>
            </a:r>
            <a:endParaRPr lang="en-US" sz="1600" dirty="0"/>
          </a:p>
          <a:p>
            <a:pPr marL="0" indent="0" algn="l">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Add icons</a:t>
            </a:r>
            <a:endParaRPr lang="en-US" sz="1600" dirty="0"/>
          </a:p>
          <a:p>
            <a:pPr marL="0" indent="0" algn="l">
              <a:spcAft>
                <a:spcPts val="600"/>
              </a:spcAft>
              <a:buNone/>
            </a:pPr>
            <a:r>
              <a:rPr lang="en-US" sz="1400" dirty="0">
                <a:solidFill>
                  <a:srgbClr val="000000"/>
                </a:solidFill>
                <a:latin typeface="Arial" pitchFamily="34" charset="0"/>
                <a:ea typeface="Arial" pitchFamily="34" charset="-122"/>
                <a:cs typeface="Arial" pitchFamily="34" charset="-120"/>
              </a:rPr>
              <a:t>Do NOT use the built-in icons in PowerPoint. Instead, use the brand-compliant icons available at the link below.</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Find icons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8">
                  <a:extLst>
                    <a:ext uri="{A12FA001-AC4F-418D-AE19-62706E023703}">
                      <ahyp:hlinkClr xmlns:ahyp="http://schemas.microsoft.com/office/drawing/2018/hyperlinkcolor" val="tx"/>
                    </a:ext>
                  </a:extLst>
                </a:hlinkClick>
              </a:rPr>
              <a:t>Iconography guidelines</a:t>
            </a:r>
            <a:endParaRPr lang="en-US" sz="1600" dirty="0"/>
          </a:p>
          <a:p>
            <a:pPr marL="0" indent="0" algn="l">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Request maps, infographics, icons and visuals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9">
                  <a:extLst>
                    <a:ext uri="{A12FA001-AC4F-418D-AE19-62706E023703}">
                      <ahyp:hlinkClr xmlns:ahyp="http://schemas.microsoft.com/office/drawing/2018/hyperlinkcolor" val="tx"/>
                    </a:ext>
                  </a:extLst>
                </a:hlinkClick>
              </a:rPr>
              <a:t>Request design help</a:t>
            </a:r>
            <a:endParaRPr lang="en-US" sz="1600" dirty="0"/>
          </a:p>
        </p:txBody>
      </p:sp>
      <p:sp>
        <p:nvSpPr>
          <p:cNvPr id="6" name="Text 4"/>
          <p:cNvSpPr/>
          <p:nvPr/>
        </p:nvSpPr>
        <p:spPr>
          <a:xfrm>
            <a:off x="6601968" y="1261872"/>
            <a:ext cx="5029200" cy="4937760"/>
          </a:xfrm>
          <a:prstGeom prst="rect">
            <a:avLst/>
          </a:prstGeom>
          <a:noFill/>
          <a:ln/>
        </p:spPr>
        <p:txBody>
          <a:bodyPr wrap="square" lIns="0" tIns="0" rIns="0" bIns="0" rtlCol="0" anchor="t"/>
          <a:lstStyle/>
          <a:p>
            <a:pPr marL="0" indent="0" algn="l">
              <a:buNone/>
            </a:pPr>
            <a:r>
              <a:rPr lang="en-US" sz="1600" b="1" dirty="0">
                <a:solidFill>
                  <a:srgbClr val="000000"/>
                </a:solidFill>
                <a:latin typeface="Arial" pitchFamily="34" charset="0"/>
                <a:ea typeface="Arial" pitchFamily="34" charset="-122"/>
                <a:cs typeface="Arial" pitchFamily="34" charset="-120"/>
              </a:rPr>
              <a:t>Send to editors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0">
                  <a:extLst>
                    <a:ext uri="{A12FA001-AC4F-418D-AE19-62706E023703}">
                      <ahyp:hlinkClr xmlns:ahyp="http://schemas.microsoft.com/office/drawing/2018/hyperlinkcolor" val="tx"/>
                    </a:ext>
                  </a:extLst>
                </a:hlinkClick>
              </a:rPr>
              <a:t>Mobility</a:t>
            </a:r>
            <a:endParaRPr lang="en-US" sz="1600" dirty="0"/>
          </a:p>
          <a:p>
            <a:pPr marL="0" indent="0" algn="l">
              <a:buNone/>
            </a:pPr>
            <a:r>
              <a:rPr lang="en-US" sz="1400" u="sng" dirty="0">
                <a:solidFill>
                  <a:srgbClr val="0F82AF"/>
                </a:solidFill>
                <a:latin typeface="Arial" pitchFamily="34" charset="0"/>
                <a:ea typeface="Arial" pitchFamily="34" charset="-122"/>
                <a:cs typeface="Arial" pitchFamily="34" charset="-120"/>
                <a:hlinkClick r:id="rId11">
                  <a:extLst>
                    <a:ext uri="{A12FA001-AC4F-418D-AE19-62706E023703}">
                      <ahyp:hlinkClr xmlns:ahyp="http://schemas.microsoft.com/office/drawing/2018/hyperlinkcolor" val="tx"/>
                    </a:ext>
                  </a:extLst>
                </a:hlinkClick>
              </a:rPr>
              <a:t>Energy/Commodities</a:t>
            </a:r>
            <a:r>
              <a:rPr lang="en-US" sz="1400" dirty="0">
                <a:solidFill>
                  <a:srgbClr val="000000"/>
                </a:solidFill>
                <a:latin typeface="Arial" pitchFamily="34" charset="0"/>
                <a:ea typeface="Arial" pitchFamily="34" charset="-122"/>
                <a:cs typeface="Arial" pitchFamily="34" charset="-120"/>
              </a:rPr>
              <a:t>*</a:t>
            </a:r>
            <a:endParaRPr lang="en-US" sz="1600" dirty="0"/>
          </a:p>
          <a:p>
            <a:pPr marL="0" indent="0" algn="l">
              <a:spcBef>
                <a:spcPts val="600"/>
              </a:spcBef>
              <a:spcAft>
                <a:spcPts val="600"/>
              </a:spcAft>
              <a:buNone/>
            </a:pPr>
            <a:r>
              <a:rPr lang="en-US" sz="1400" u="sng" dirty="0">
                <a:solidFill>
                  <a:srgbClr val="0F82AF"/>
                </a:solidFill>
                <a:latin typeface="Arial" pitchFamily="34" charset="0"/>
                <a:ea typeface="Arial" pitchFamily="34" charset="-122"/>
                <a:cs typeface="Arial" pitchFamily="34" charset="-120"/>
                <a:hlinkClick r:id="rId12">
                  <a:extLst>
                    <a:ext uri="{A12FA001-AC4F-418D-AE19-62706E023703}">
                      <ahyp:hlinkClr xmlns:ahyp="http://schemas.microsoft.com/office/drawing/2018/hyperlinkcolor" val="tx"/>
                    </a:ext>
                  </a:extLst>
                </a:hlinkClick>
              </a:rPr>
              <a:t>Chemical</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3">
                  <a:extLst>
                    <a:ext uri="{A12FA001-AC4F-418D-AE19-62706E023703}">
                      <ahyp:hlinkClr xmlns:ahyp="http://schemas.microsoft.com/office/drawing/2018/hyperlinkcolor" val="tx"/>
                    </a:ext>
                  </a:extLst>
                </a:hlinkClick>
              </a:rPr>
              <a:t>Agribusiness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4">
                  <a:extLst>
                    <a:ext uri="{A12FA001-AC4F-418D-AE19-62706E023703}">
                      <ahyp:hlinkClr xmlns:ahyp="http://schemas.microsoft.com/office/drawing/2018/hyperlinkcolor" val="tx"/>
                    </a:ext>
                  </a:extLst>
                </a:hlinkClick>
              </a:rPr>
              <a:t>Global Intelligence and Analytics (GIA), formerly Economics and Country Risk (ECR)</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5">
                  <a:extLst>
                    <a:ext uri="{A12FA001-AC4F-418D-AE19-62706E023703}">
                      <ahyp:hlinkClr xmlns:ahyp="http://schemas.microsoft.com/office/drawing/2018/hyperlinkcolor" val="tx"/>
                    </a:ext>
                  </a:extLst>
                </a:hlinkClick>
              </a:rPr>
              <a:t>Maritime &amp; Trade</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6">
                  <a:extLst>
                    <a:ext uri="{A12FA001-AC4F-418D-AE19-62706E023703}">
                      <ahyp:hlinkClr xmlns:ahyp="http://schemas.microsoft.com/office/drawing/2018/hyperlinkcolor" val="tx"/>
                    </a:ext>
                  </a:extLst>
                </a:hlinkClick>
              </a:rPr>
              <a:t>Financial Institutions (FI)</a:t>
            </a:r>
            <a:endParaRPr lang="en-US" sz="1600" dirty="0"/>
          </a:p>
          <a:p>
            <a:pPr marL="0" indent="0" algn="l">
              <a:spcAft>
                <a:spcPts val="600"/>
              </a:spcAft>
              <a:buNone/>
            </a:pPr>
            <a:r>
              <a:rPr lang="en-US" sz="1400" dirty="0">
                <a:solidFill>
                  <a:srgbClr val="000000"/>
                </a:solidFill>
                <a:latin typeface="Arial" pitchFamily="34" charset="0"/>
                <a:ea typeface="Arial" pitchFamily="34" charset="-122"/>
                <a:cs typeface="Arial" pitchFamily="34" charset="-120"/>
              </a:rPr>
              <a:t>Telecommunications, Media &amp; Technology (TMT)**</a:t>
            </a:r>
            <a:endParaRPr lang="en-US" sz="1600" dirty="0"/>
          </a:p>
          <a:p>
            <a:pPr marL="0" indent="0" algn="l">
              <a:spcAft>
                <a:spcPts val="600"/>
              </a:spcAft>
              <a:buNone/>
            </a:pPr>
            <a:r>
              <a:rPr lang="en-US" sz="1400" dirty="0">
                <a:solidFill>
                  <a:srgbClr val="000000"/>
                </a:solidFill>
                <a:latin typeface="Arial" pitchFamily="34" charset="0"/>
                <a:ea typeface="Arial" pitchFamily="34" charset="-122"/>
                <a:cs typeface="Arial" pitchFamily="34" charset="-120"/>
              </a:rPr>
              <a:t>Ratings***</a:t>
            </a:r>
            <a:endParaRPr lang="en-US" sz="1600" dirty="0"/>
          </a:p>
          <a:p>
            <a:pPr marL="0" indent="0" algn="l">
              <a:spcAft>
                <a:spcPts val="600"/>
              </a:spcAft>
              <a:buNone/>
            </a:pPr>
            <a:r>
              <a:rPr lang="en-US" sz="1400" dirty="0">
                <a:solidFill>
                  <a:srgbClr val="000000"/>
                </a:solidFill>
                <a:latin typeface="Arial" pitchFamily="34" charset="0"/>
                <a:ea typeface="Arial" pitchFamily="34" charset="-122"/>
                <a:cs typeface="Arial" pitchFamily="34" charset="-120"/>
              </a:rPr>
              <a:t>Sustainable1***</a:t>
            </a:r>
            <a:endParaRPr lang="en-US" sz="1600" dirty="0"/>
          </a:p>
          <a:p>
            <a:pPr marL="0" indent="0" algn="l">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Get EDP PowerPoint Utility Add-in</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7">
                  <a:extLst>
                    <a:ext uri="{A12FA001-AC4F-418D-AE19-62706E023703}">
                      <ahyp:hlinkClr xmlns:ahyp="http://schemas.microsoft.com/office/drawing/2018/hyperlinkcolor" val="tx"/>
                    </a:ext>
                  </a:extLst>
                </a:hlinkClick>
              </a:rPr>
              <a:t>Windows 11 users</a:t>
            </a:r>
            <a:endParaRPr lang="en-US" sz="1600" dirty="0"/>
          </a:p>
          <a:p>
            <a:pPr marL="0" indent="0" algn="l">
              <a:spcAft>
                <a:spcPts val="600"/>
              </a:spcAft>
              <a:buNone/>
            </a:pPr>
            <a:r>
              <a:rPr lang="en-US" sz="1400" u="sng" dirty="0">
                <a:solidFill>
                  <a:srgbClr val="0F82AF"/>
                </a:solidFill>
                <a:latin typeface="Arial" pitchFamily="34" charset="0"/>
                <a:ea typeface="Arial" pitchFamily="34" charset="-122"/>
                <a:cs typeface="Arial" pitchFamily="34" charset="-120"/>
                <a:hlinkClick r:id="rId18">
                  <a:extLst>
                    <a:ext uri="{A12FA001-AC4F-418D-AE19-62706E023703}">
                      <ahyp:hlinkClr xmlns:ahyp="http://schemas.microsoft.com/office/drawing/2018/hyperlinkcolor" val="tx"/>
                    </a:ext>
                  </a:extLst>
                </a:hlinkClick>
              </a:rPr>
              <a:t>I'm not on Windows 11 yet</a:t>
            </a:r>
            <a:endParaRPr lang="en-US" sz="1600" dirty="0"/>
          </a:p>
        </p:txBody>
      </p:sp>
      <p:sp>
        <p:nvSpPr>
          <p:cNvPr id="7" name="Text 5"/>
          <p:cNvSpPr/>
          <p:nvPr/>
        </p:nvSpPr>
        <p:spPr>
          <a:xfrm>
            <a:off x="566928" y="5687568"/>
            <a:ext cx="11064240" cy="521208"/>
          </a:xfrm>
          <a:prstGeom prst="rect">
            <a:avLst/>
          </a:prstGeom>
          <a:noFill/>
          <a:ln/>
        </p:spPr>
        <p:txBody>
          <a:bodyPr wrap="square" lIns="0" tIns="0" rIns="0" bIns="0" rtlCol="0" anchor="b"/>
          <a:lstStyle/>
          <a:p>
            <a:pPr marL="0" indent="0" algn="l">
              <a:buNone/>
            </a:pPr>
            <a:r>
              <a:rPr lang="en-US" sz="700" dirty="0">
                <a:solidFill>
                  <a:srgbClr val="000000"/>
                </a:solidFill>
                <a:latin typeface="Arial" pitchFamily="34" charset="0"/>
                <a:ea typeface="Arial" pitchFamily="34" charset="-122"/>
                <a:cs typeface="Arial" pitchFamily="34" charset="-120"/>
              </a:rPr>
              <a:t>* If your content is published on Platts Connect in the first instance, contact </a:t>
            </a:r>
            <a:r>
              <a:rPr lang="en-US" sz="700" u="sng" dirty="0">
                <a:solidFill>
                  <a:srgbClr val="0F82AF"/>
                </a:solidFill>
                <a:latin typeface="Arial" pitchFamily="34" charset="0"/>
                <a:ea typeface="Arial" pitchFamily="34" charset="-122"/>
                <a:cs typeface="Arial" pitchFamily="34" charset="-120"/>
                <a:hlinkClick r:id="rId19">
                  <a:extLst>
                    <a:ext uri="{A12FA001-AC4F-418D-AE19-62706E023703}">
                      <ahyp:hlinkClr xmlns:ahyp="http://schemas.microsoft.com/office/drawing/2018/hyperlinkcolor" val="tx"/>
                    </a:ext>
                  </a:extLst>
                </a:hlinkClick>
              </a:rPr>
              <a:t>publish.pira@spglobal.com</a:t>
            </a:r>
            <a:r>
              <a:rPr lang="en-US" sz="700" dirty="0">
                <a:solidFill>
                  <a:srgbClr val="000000"/>
                </a:solidFill>
                <a:latin typeface="Arial" pitchFamily="34" charset="0"/>
                <a:ea typeface="Arial" pitchFamily="34" charset="-122"/>
                <a:cs typeface="Arial" pitchFamily="34" charset="-120"/>
              </a:rPr>
              <a:t>.</a:t>
            </a:r>
            <a:endParaRPr lang="en-US" sz="700" dirty="0"/>
          </a:p>
          <a:p>
            <a:pPr marL="0" indent="0" algn="l">
              <a:buNone/>
            </a:pPr>
            <a:r>
              <a:rPr lang="en-US" sz="700" u="sng" dirty="0">
                <a:solidFill>
                  <a:srgbClr val="0F82AF"/>
                </a:solidFill>
                <a:latin typeface="Arial" pitchFamily="34" charset="0"/>
                <a:ea typeface="Arial" pitchFamily="34" charset="-122"/>
                <a:cs typeface="Arial" pitchFamily="34" charset="-120"/>
                <a:hlinkClick r:id="rId20">
                  <a:extLst>
                    <a:ext uri="{A12FA001-AC4F-418D-AE19-62706E023703}">
                      <ahyp:hlinkClr xmlns:ahyp="http://schemas.microsoft.com/office/drawing/2018/hyperlinkcolor" val="tx"/>
                    </a:ext>
                  </a:extLst>
                </a:hlinkClick>
              </a:rPr>
              <a:t>** 451 Editorial</a:t>
            </a:r>
            <a:r>
              <a:rPr lang="en-US" sz="700" dirty="0">
                <a:solidFill>
                  <a:srgbClr val="000000"/>
                </a:solidFill>
                <a:latin typeface="Arial" pitchFamily="34" charset="0"/>
                <a:ea typeface="Arial" pitchFamily="34" charset="-122"/>
                <a:cs typeface="Arial" pitchFamily="34" charset="-120"/>
              </a:rPr>
              <a:t> | </a:t>
            </a:r>
            <a:r>
              <a:rPr lang="en-US" sz="700" u="sng" dirty="0">
                <a:solidFill>
                  <a:srgbClr val="0F82AF"/>
                </a:solidFill>
                <a:latin typeface="Arial" pitchFamily="34" charset="0"/>
                <a:ea typeface="Arial" pitchFamily="34" charset="-122"/>
                <a:cs typeface="Arial" pitchFamily="34" charset="-120"/>
                <a:hlinkClick r:id="rId21">
                  <a:extLst>
                    <a:ext uri="{A12FA001-AC4F-418D-AE19-62706E023703}">
                      <ahyp:hlinkClr xmlns:ahyp="http://schemas.microsoft.com/office/drawing/2018/hyperlinkcolor" val="tx"/>
                    </a:ext>
                  </a:extLst>
                </a:hlinkClick>
              </a:rPr>
              <a:t>Research Editorial (CapIQ Pro)</a:t>
            </a:r>
            <a:endParaRPr lang="en-US" sz="700" dirty="0"/>
          </a:p>
          <a:p>
            <a:pPr marL="0" indent="0" algn="l">
              <a:buNone/>
            </a:pPr>
            <a:r>
              <a:rPr lang="en-US" sz="700" dirty="0">
                <a:solidFill>
                  <a:srgbClr val="000000"/>
                </a:solidFill>
                <a:latin typeface="Arial" pitchFamily="34" charset="0"/>
                <a:ea typeface="Arial" pitchFamily="34" charset="-122"/>
                <a:cs typeface="Arial" pitchFamily="34" charset="-120"/>
              </a:rPr>
              <a:t>*** While EDP does not provide editing services specifically for the Ratings and Sustainable1 divisions, we do offer cross-divisional content editing services. For more details, contact </a:t>
            </a:r>
            <a:r>
              <a:rPr lang="en-US" sz="700" u="sng" dirty="0">
                <a:solidFill>
                  <a:srgbClr val="0F82AF"/>
                </a:solidFill>
                <a:latin typeface="Arial" pitchFamily="34" charset="0"/>
                <a:ea typeface="Arial" pitchFamily="34" charset="-122"/>
                <a:cs typeface="Arial" pitchFamily="34" charset="-120"/>
                <a:hlinkClick r:id="rId22">
                  <a:extLst>
                    <a:ext uri="{A12FA001-AC4F-418D-AE19-62706E023703}">
                      <ahyp:hlinkClr xmlns:ahyp="http://schemas.microsoft.com/office/drawing/2018/hyperlinkcolor" val="tx"/>
                    </a:ext>
                  </a:extLst>
                </a:hlinkClick>
              </a:rPr>
              <a:t>mark.pengelly@spglobal.com</a:t>
            </a:r>
            <a:r>
              <a:rPr lang="en-US" sz="700" dirty="0">
                <a:solidFill>
                  <a:srgbClr val="000000"/>
                </a:solidFill>
                <a:latin typeface="Arial" pitchFamily="34" charset="0"/>
                <a:ea typeface="Arial" pitchFamily="34" charset="-122"/>
                <a:cs typeface="Arial" pitchFamily="34" charset="-120"/>
              </a:rPr>
              <a:t>.</a:t>
            </a:r>
            <a:endParaRPr lang="en-US" sz="700" dirty="0"/>
          </a:p>
          <a:p>
            <a:pPr marL="0" indent="0" algn="l">
              <a:spcAft>
                <a:spcPts val="200"/>
              </a:spcAft>
              <a:buNone/>
            </a:pPr>
            <a:r>
              <a:rPr lang="en-US" sz="700" dirty="0">
                <a:solidFill>
                  <a:srgbClr val="000000"/>
                </a:solidFill>
                <a:latin typeface="Arial" pitchFamily="34" charset="0"/>
                <a:ea typeface="Arial" pitchFamily="34" charset="-122"/>
                <a:cs typeface="Arial" pitchFamily="34" charset="-120"/>
              </a:rPr>
              <a:t>Authentication required to access certain links.</a:t>
            </a:r>
            <a:endParaRPr lang="en-US" sz="700" dirty="0"/>
          </a:p>
        </p:txBody>
      </p:sp>
      <p:sp>
        <p:nvSpPr>
          <p:cNvPr id="8" name="Text 1"/>
          <p:cNvSpPr>
            <a:spLocks noGrp="1"/>
          </p:cNvSpPr>
          <p:nvPr>
            <p:ph type="body" idx="103" hasCustomPrompt="1"/>
          </p:nvPr>
        </p:nvSpPr>
        <p:spPr>
          <a:xfrm>
            <a:off x="6016752" y="0"/>
            <a:ext cx="57150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FAF40E7-DD8D-95F8-BB62-E11A5DEE5063}"/>
              </a:ext>
            </a:extLst>
          </p:cNvPr>
          <p:cNvSpPr>
            <a:spLocks noGrp="1"/>
          </p:cNvSpPr>
          <p:nvPr>
            <p:ph type="sldNum" sz="quarter" idx="11"/>
          </p:nvPr>
        </p:nvSpPr>
        <p:spPr/>
        <p:txBody>
          <a:bodyPr/>
          <a:lstStyle/>
          <a:p>
            <a:fld id="{5CFA18E4-D58E-4B28-B105-28D9665A8EBC}" type="slidenum">
              <a:rPr lang="en-US" smtClean="0">
                <a:solidFill>
                  <a:schemeClr val="bg1"/>
                </a:solidFill>
              </a:rPr>
              <a:pPr/>
              <a:t>9</a:t>
            </a:fld>
            <a:endParaRPr lang="en-US">
              <a:solidFill>
                <a:schemeClr val="bg1"/>
              </a:solidFill>
            </a:endParaRPr>
          </a:p>
        </p:txBody>
      </p:sp>
    </p:spTree>
  </p:cSld>
  <p:clrMapOvr>
    <a:masterClrMapping/>
  </p:clrMapOvr>
</p:sld>
</file>

<file path=ppt/theme/theme1.xml><?xml version="1.0" encoding="utf-8"?>
<a:theme xmlns:a="http://schemas.openxmlformats.org/drawingml/2006/main" name="S-P Global EDP 2026 16-9">
  <a:themeElements>
    <a:clrScheme name="Office">
      <a:dk1>
        <a:sysClr val="windowText" lastClr="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1440</Words>
  <Application>Microsoft Office PowerPoint</Application>
  <PresentationFormat>Widescreen</PresentationFormat>
  <Paragraphs>125</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S-P Global EDP 2026 16-9</vt:lpstr>
      <vt:lpstr>Saudi Arabia's Data Center Revolution</vt:lpstr>
      <vt:lpstr>Market Transformation at Scale</vt:lpstr>
      <vt:lpstr>Strategic Drivers Accelerating Growth</vt:lpstr>
      <vt:lpstr>Competitive Landscape and Market Leaders</vt:lpstr>
      <vt:lpstr>Challenges and Future Outlook</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Mizan Bin Abdul Rahman</cp:lastModifiedBy>
  <cp:revision>2</cp:revision>
  <dcterms:created xsi:type="dcterms:W3CDTF">2026-01-13T06:49:13Z</dcterms:created>
  <dcterms:modified xsi:type="dcterms:W3CDTF">2026-01-13T06:54:13Z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2026-01-13T06:54:13Z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1f28f1bb-0f36-4f61-8530-d119c4850877</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ies>
</file>